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d17c7dc2b64955" /><Relationship Type="http://schemas.openxmlformats.org/officeDocument/2006/relationships/extended-properties" Target="/docProps/app.xml" Id="R03c90d6a63ac4945" /><Relationship Type="http://schemas.openxmlformats.org/officeDocument/2006/relationships/officeDocument" Target="/ppt/presentation.xml" Id="Rf10505d12a654ac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03e9187427049bc"/>
  </p:sldMasterIdLst>
  <p:notesMasterIdLst>
    <p:notesMasterId xmlns:r="http://schemas.openxmlformats.org/officeDocument/2006/relationships" r:id="R398104961ca34595"/>
  </p:notesMasterIdLst>
  <p:sldIdLst>
    <p:sldId xmlns:r="http://schemas.openxmlformats.org/officeDocument/2006/relationships" id="256" r:id="R4f98d335c7f1462a"/>
  </p:sldIdLst>
  <p:sldSz cx="21374100" cy="30276800"/>
  <p:notesSz cx="6858000" cy="9144000"/>
  <p:embeddedFontLst>
    <p:embeddedFont>
      <p:font typeface="Georgia Bold"/>
      <p:regular xmlns:r="http://schemas.openxmlformats.org/officeDocument/2006/relationships" r:id="R04ae7aecbcc54592"/>
    </p:embeddedFont>
    <p:embeddedFont>
      <p:font typeface="Arial Bold"/>
      <p:regular xmlns:r="http://schemas.openxmlformats.org/officeDocument/2006/relationships" r:id="R16599eb9d2a6421b"/>
    </p:embeddedFont>
    <p:embeddedFont>
      <p:font typeface="Arial"/>
      <p:regular xmlns:r="http://schemas.openxmlformats.org/officeDocument/2006/relationships" r:id="Rc4a45b4ea24d49ba"/>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f50f83059c24e82" /><Relationship Type="http://schemas.openxmlformats.org/officeDocument/2006/relationships/slideMaster" Target="/ppt/slideMasters/slideMaster1.xml" Id="Rc03e9187427049bc" /><Relationship Type="http://schemas.openxmlformats.org/officeDocument/2006/relationships/notesMaster" Target="/ppt/notesMasters/notesMaster1.xml" Id="R398104961ca34595" /><Relationship Type="http://schemas.openxmlformats.org/officeDocument/2006/relationships/presProps" Target="/ppt/presProps.xml" Id="Rd4bb2294d62c4bbe" /><Relationship Type="http://schemas.openxmlformats.org/officeDocument/2006/relationships/viewProps" Target="/ppt/viewProps.xml" Id="R79b8299fb7f744bc" /><Relationship Type="http://schemas.openxmlformats.org/officeDocument/2006/relationships/tableStyles" Target="/ppt/tableStyles.xml" Id="R8a218896b73c4d29" /><Relationship Type="http://schemas.openxmlformats.org/officeDocument/2006/relationships/font" Target="/ppt/fonts/font.dat" Id="R04ae7aecbcc54592" /><Relationship Type="http://schemas.openxmlformats.org/officeDocument/2006/relationships/font" Target="/ppt/fonts/font2.dat" Id="R16599eb9d2a6421b" /><Relationship Type="http://schemas.openxmlformats.org/officeDocument/2006/relationships/font" Target="/ppt/fonts/font3.dat" Id="Rc4a45b4ea24d49ba" /><Relationship Type="http://schemas.openxmlformats.org/officeDocument/2006/relationships/slide" Target="/ppt/slides/slide1.xml" Id="R4f98d335c7f146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c9dc0ba30348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6e01041cfa4d0a" /><Relationship Type="http://schemas.openxmlformats.org/officeDocument/2006/relationships/notesMaster" Target="/ppt/notesMasters/notesMaster1.xml" Id="Rfd89b7b9ca8f4c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9151b32bcf42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b1c07370144b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acb5fc6ea445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c5988c7fa646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8505e1d21b477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7e54fd860d4f7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47c286e2a134db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7fbc1dd42444e8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a5326c2925f45a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76c3cc2fd2d4cc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71587fa0cd64e5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A8FBE5-4A07-461F-98F0-2BB684F1F898}"/>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1DB461F-345D-44B8-B7E4-FBD423046BA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DDF03FC-8391-446E-8D83-7ED4B526FC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B366E5CE-5A6A-4D1E-A908-C6D23CFEE4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4C228DA-D737-4C76-95C9-140F6A9C0B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1EA274-85C7-463C-A6F3-10403CF578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7A72914-5689-4C78-8AA0-B874BEA1568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BC87D12-FFB3-4631-88EF-B4B752EEEA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9C39230D-730A-4070-B1DD-61F3A93ADF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2CDF2D3-752C-42A2-9DF1-A83EE80FB8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C7E4A3-DCB4-488F-A9CA-5B37DEE9D13A}"/>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0224C3D-FC20-48B4-827F-6F92C56C5BE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DE4B100-17D6-4C48-A0A4-8DC7B2F10E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3B14B44E-17FC-493A-8AC6-7CAE83918E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EBE1882-DD84-4AE8-9D56-8484B7C52D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22DCE3-3D1F-4F92-A33B-F4C2C5D16D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E30C675-442D-42C5-BB34-3BBCFA38FC7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3C385CED-2502-4BF6-B8BF-7A87A9160EB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D2526EF-2180-447A-AACE-CB73B3B1A8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6" name="Footer Placeholder 5">
            <a:extLst xmlns:a="http://schemas.openxmlformats.org/drawingml/2006/main">
              <a:ext uri="{FF2B5EF4-FFF2-40B4-BE49-F238E27FC236}">
                <a16:creationId xmlns:a16="http://schemas.microsoft.com/office/drawing/2014/main" id="{14DAA20D-69CF-4B7E-9788-E7DF95DD20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0EFC6E7-39F4-4E79-BFB8-E883F92DEA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31CEBD-5D07-4EC5-AAF3-D4949B7361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3C18466-DB1C-4D2F-9047-FE89247FFBF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EA4D3A6-67FC-4D4F-9806-D257E7AD6A7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CB979C7-683C-4014-8B57-808D1D90AAB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4928529-B772-41BC-BE3B-0713FFB9713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3ED4179-9B8D-40F3-97F9-B4EE8912A3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8" name="Footer Placeholder 7">
            <a:extLst xmlns:a="http://schemas.openxmlformats.org/drawingml/2006/main">
              <a:ext uri="{FF2B5EF4-FFF2-40B4-BE49-F238E27FC236}">
                <a16:creationId xmlns:a16="http://schemas.microsoft.com/office/drawing/2014/main" id="{74D43AEC-3F68-46DC-A047-037088236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44130-16E4-4E02-BDB8-BD4671E98A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679348-5FC0-4F28-B6C3-D3CDB811AB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DAF8C09-636D-480F-BE78-189BE29BC6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4" name="Footer Placeholder 3">
            <a:extLst xmlns:a="http://schemas.openxmlformats.org/drawingml/2006/main">
              <a:ext uri="{FF2B5EF4-FFF2-40B4-BE49-F238E27FC236}">
                <a16:creationId xmlns:a16="http://schemas.microsoft.com/office/drawing/2014/main" id="{9E4BB75C-98DC-4B75-886D-4B66A64472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39CC012B-4B85-467D-B017-D4AF08E566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08D170E-1E48-4B03-8A3E-E52275EA33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3" name="Footer Placeholder 2">
            <a:extLst xmlns:a="http://schemas.openxmlformats.org/drawingml/2006/main">
              <a:ext uri="{FF2B5EF4-FFF2-40B4-BE49-F238E27FC236}">
                <a16:creationId xmlns:a16="http://schemas.microsoft.com/office/drawing/2014/main" id="{81057E27-A101-4564-8402-C0EBA083FB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A3D0C6F6-B21B-4C11-B25F-11065FBEFD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95D93C-F5B4-42A3-82FF-ABBF8C37252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291D990-41F9-4714-88D3-1B2914CA52B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D9D23AD-47C0-4A50-A108-C54E23EED36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902C570-63FC-4C1A-94F6-30DFA5039A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6" name="Footer Placeholder 5">
            <a:extLst xmlns:a="http://schemas.openxmlformats.org/drawingml/2006/main">
              <a:ext uri="{FF2B5EF4-FFF2-40B4-BE49-F238E27FC236}">
                <a16:creationId xmlns:a16="http://schemas.microsoft.com/office/drawing/2014/main" id="{C1757382-E938-41FF-80C7-BBC2A9D8CE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7D2FB6E5-45B7-474E-9E87-42AFEEFCF8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E58801-C017-4CAE-A0C8-54C063769FF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F68C8B5-B787-4F13-A8A6-6B8C282A16F9}"/>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99DDED5F-DC9B-4A15-A608-8E76A7215F2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4F5AED0-EE8D-4B3F-911F-38BA4B5DFA4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6" name="Footer Placeholder 5">
            <a:extLst xmlns:a="http://schemas.openxmlformats.org/drawingml/2006/main">
              <a:ext uri="{FF2B5EF4-FFF2-40B4-BE49-F238E27FC236}">
                <a16:creationId xmlns:a16="http://schemas.microsoft.com/office/drawing/2014/main" id="{E9049161-8AE8-4C98-B7D8-23E82C01EC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13D8A214-D1B2-42C1-916A-79AAD386C17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28E357-1F6E-419C-990C-3DC8932F0BF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CE1813E-4C41-48E3-9CB4-2F43D2834E6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41B0948-7DCF-45D0-8E57-A6BE18312A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06D3F43B-6756-4339-86B1-72F5710118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0B9AAFE-4905-4335-8DD2-AD53607FC8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C1E4F77-B010-4F02-A3E4-043E537A3A0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8AA810D-14F5-47A8-B49A-8D7AA753D4B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9D6FFE4-621A-43DA-8194-2CA7D40B49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9B72755D-AB52-4D43-BF24-351563AA1C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941CA31-D4CF-41AE-A692-BEB8960F34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fad857346743e2" /><Relationship Type="http://schemas.openxmlformats.org/officeDocument/2006/relationships/slideLayout" Target="/ppt/slideLayouts/slideLayout1.xml" Id="Rce910f85d6214445" /><Relationship Type="http://schemas.openxmlformats.org/officeDocument/2006/relationships/slideLayout" Target="/ppt/slideLayouts/slideLayout2.xml" Id="R0b27b389b349461f" /><Relationship Type="http://schemas.openxmlformats.org/officeDocument/2006/relationships/slideLayout" Target="/ppt/slideLayouts/slideLayout3.xml" Id="Rf0745a7632444477" /><Relationship Type="http://schemas.openxmlformats.org/officeDocument/2006/relationships/slideLayout" Target="/ppt/slideLayouts/slideLayout4.xml" Id="R846a35ab11c34768" /><Relationship Type="http://schemas.openxmlformats.org/officeDocument/2006/relationships/slideLayout" Target="/ppt/slideLayouts/slideLayout5.xml" Id="R7dcd9b0a9f1f44de" /><Relationship Type="http://schemas.openxmlformats.org/officeDocument/2006/relationships/slideLayout" Target="/ppt/slideLayouts/slideLayout6.xml" Id="R1178ec8312a3415d" /><Relationship Type="http://schemas.openxmlformats.org/officeDocument/2006/relationships/slideLayout" Target="/ppt/slideLayouts/slideLayout7.xml" Id="Re76f40abcbb247a1" /><Relationship Type="http://schemas.openxmlformats.org/officeDocument/2006/relationships/slideLayout" Target="/ppt/slideLayouts/slideLayout8.xml" Id="Rbbf9411ee9614033" /><Relationship Type="http://schemas.openxmlformats.org/officeDocument/2006/relationships/slideLayout" Target="/ppt/slideLayouts/slideLayout9.xml" Id="Ra8da13a715ff4074" /><Relationship Type="http://schemas.openxmlformats.org/officeDocument/2006/relationships/slideLayout" Target="/ppt/slideLayouts/slideLayout10.xml" Id="Rb4188f4ff17d4261" /><Relationship Type="http://schemas.openxmlformats.org/officeDocument/2006/relationships/slideLayout" Target="/ppt/slideLayouts/slideLayout11.xml" Id="R997df5c3a5344a4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73AF9CF-485B-418A-B5E9-F6D87BE353F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1F6B3D4-3EBC-43D8-A28D-94885201ACB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E86AA23-D8AC-43FA-8AE5-D4B74A2A0F1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316CC5D8-DCF0-418C-B04A-173E2946E49E}"/>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DD7C4BB-5AE2-4D03-95F3-94A8A22164B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910f85d6214445"/>
    <p:sldLayoutId xmlns:r="http://schemas.openxmlformats.org/officeDocument/2006/relationships" id="2147483650" r:id="R0b27b389b349461f"/>
    <p:sldLayoutId xmlns:r="http://schemas.openxmlformats.org/officeDocument/2006/relationships" id="2147483651" r:id="Rf0745a7632444477"/>
    <p:sldLayoutId xmlns:r="http://schemas.openxmlformats.org/officeDocument/2006/relationships" id="2147483652" r:id="R846a35ab11c34768"/>
    <p:sldLayoutId xmlns:r="http://schemas.openxmlformats.org/officeDocument/2006/relationships" id="2147483653" r:id="R7dcd9b0a9f1f44de"/>
    <p:sldLayoutId xmlns:r="http://schemas.openxmlformats.org/officeDocument/2006/relationships" id="2147483654" r:id="R1178ec8312a3415d"/>
    <p:sldLayoutId xmlns:r="http://schemas.openxmlformats.org/officeDocument/2006/relationships" id="2147483655" r:id="Re76f40abcbb247a1"/>
    <p:sldLayoutId xmlns:r="http://schemas.openxmlformats.org/officeDocument/2006/relationships" id="2147483656" r:id="Rbbf9411ee9614033"/>
    <p:sldLayoutId xmlns:r="http://schemas.openxmlformats.org/officeDocument/2006/relationships" id="2147483657" r:id="Ra8da13a715ff4074"/>
    <p:sldLayoutId xmlns:r="http://schemas.openxmlformats.org/officeDocument/2006/relationships" id="2147483658" r:id="Rb4188f4ff17d4261"/>
    <p:sldLayoutId xmlns:r="http://schemas.openxmlformats.org/officeDocument/2006/relationships" id="2147483659" r:id="R997df5c3a5344a41"/>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4114292f6184169" /><Relationship Type="http://schemas.openxmlformats.org/officeDocument/2006/relationships/image" Target="/ppt/media/image.jpeg" Id="Rf200d0e1bba3478f" /><Relationship Type="http://schemas.openxmlformats.org/officeDocument/2006/relationships/image" Target="/ppt/media/image.png" Id="R4ca625ca99454489" /><Relationship Type="http://schemas.openxmlformats.org/officeDocument/2006/relationships/image" Target="/ppt/media/image2.jpeg" Id="Rff4c8d78f20a4d72" /><Relationship Type="http://schemas.openxmlformats.org/officeDocument/2006/relationships/image" Target="/ppt/media/image2.png" Id="Rcd94266f8dc44d89" /><Relationship Type="http://schemas.openxmlformats.org/officeDocument/2006/relationships/image" Target="/ppt/media/image3.png" Id="R8cf0920187f946bd" /><Relationship Type="http://schemas.openxmlformats.org/officeDocument/2006/relationships/image" Target="/ppt/media/image4.png" Id="Rb7f663e21a644920" /><Relationship Type="http://schemas.openxmlformats.org/officeDocument/2006/relationships/image" Target="/ppt/media/image5.png" Id="Rd3015a6757b94ded" /><Relationship Type="http://schemas.openxmlformats.org/officeDocument/2006/relationships/image" Target="/ppt/media/image6.png" Id="R6f8a88e6315946e0" /><Relationship Type="http://schemas.openxmlformats.org/officeDocument/2006/relationships/image" Target="/ppt/media/image7.png" Id="Rd02f0d8d9f1a4735" /><Relationship Type="http://schemas.openxmlformats.org/officeDocument/2006/relationships/image" Target="/ppt/media/image8.png" Id="R21f1c387ef5f4fd0" /><Relationship Type="http://schemas.openxmlformats.org/officeDocument/2006/relationships/image" Target="/ppt/media/image9.png" Id="Reefd2ce7e3e54cc0" /><Relationship Type="http://schemas.openxmlformats.org/officeDocument/2006/relationships/hyperlink" Target="https://eigtrust.acm.org/trust2027/" TargetMode="External" Id="Rd5dc8a71b0674f49" /><Relationship Type="http://schemas.openxmlformats.org/officeDocument/2006/relationships/notesSlide" Target="/ppt/notesSlides/notesSlide1.xml" Id="R22035dfb13724ba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85AC86ED-8437-4D0E-832A-3B9E214214EE}"/>
              </a:ext>
            </a:extLst>
          </p:cNvPr>
          <p:cNvSpPr>
            <a:spLocks xmlns:a="http://schemas.openxmlformats.org/drawingml/2006/main" noGrp="1"/>
          </p:cNvSpPr>
          <p:nvPr/>
        </p:nvSpPr>
        <p:spPr>
          <a:xfrm xmlns:a="http://schemas.openxmlformats.org/drawingml/2006/main" rot="0" flipH="0" flipV="0">
            <a:off x="0" y="1970426"/>
            <a:ext cx="21401056" cy="26276809"/>
          </a:xfrm>
          <a:custGeom xmlns:a="http://schemas.openxmlformats.org/drawingml/2006/main">
            <a:rect l="l" t="t" r="r" b="b"/>
            <a:pathLst>
              <a:path w="21401056" h="26276809">
                <a:moveTo>
                  <a:pt x="0" y="0"/>
                </a:moveTo>
                <a:lnTo>
                  <a:pt x="21401056" y="0"/>
                </a:lnTo>
                <a:lnTo>
                  <a:pt x="21401056" y="26276809"/>
                </a:lnTo>
                <a:lnTo>
                  <a:pt x="0" y="26276809"/>
                </a:lnTo>
                <a:lnTo>
                  <a:pt x="0" y="0"/>
                </a:lnTo>
                <a:close/>
              </a:path>
            </a:pathLst>
          </a:custGeom>
          <a:blipFill xmlns:a="http://schemas.openxmlformats.org/drawingml/2006/main">
            <a:blip xmlns:r="http://schemas.openxmlformats.org/officeDocument/2006/relationships" r:embed="Rf200d0e1bba3478f">
              <a:alphaModFix amt="19999"/>
            </a:blip>
            <a:stretch>
              <a:fillRect l="-31855" t="0" r="-31855" b="0"/>
            </a:stretch>
          </a:blipFill>
        </p:spPr>
      </p:sp>
      <p:sp>
        <p:nvSpPr>
          <p:cNvPr id="4" name="Freeform 4">
            <a:extLst xmlns:a="http://schemas.openxmlformats.org/drawingml/2006/main">
              <a:ext uri="{FF2B5EF4-FFF2-40B4-BE49-F238E27FC236}">
                <a16:creationId xmlns:a16="http://schemas.microsoft.com/office/drawing/2014/main" id="{8F57E221-90F5-4358-98CE-B51E0C31E80A}"/>
              </a:ext>
            </a:extLst>
          </p:cNvPr>
          <p:cNvSpPr>
            <a:spLocks xmlns:a="http://schemas.openxmlformats.org/drawingml/2006/main" noGrp="1"/>
          </p:cNvSpPr>
          <p:nvPr/>
        </p:nvSpPr>
        <p:spPr>
          <a:xfrm xmlns:a="http://schemas.openxmlformats.org/drawingml/2006/main" rot="0" flipH="0" flipV="0">
            <a:off x="0" y="0"/>
            <a:ext cx="21401056" cy="6253162"/>
          </a:xfrm>
          <a:custGeom xmlns:a="http://schemas.openxmlformats.org/drawingml/2006/main">
            <a:rect l="l" t="t" r="r" b="b"/>
            <a:pathLst>
              <a:path w="28534742" h="8337550">
                <a:moveTo>
                  <a:pt x="0" y="0"/>
                </a:moveTo>
                <a:lnTo>
                  <a:pt x="28534742" y="0"/>
                </a:lnTo>
                <a:lnTo>
                  <a:pt x="28534742" y="8337550"/>
                </a:lnTo>
                <a:lnTo>
                  <a:pt x="0" y="8337550"/>
                </a:lnTo>
                <a:lnTo>
                  <a:pt x="0" y="0"/>
                </a:lnTo>
                <a:close/>
              </a:path>
            </a:pathLst>
          </a:custGeom>
          <a:blipFill xmlns:a="http://schemas.openxmlformats.org/drawingml/2006/main">
            <a:blip xmlns:r="http://schemas.openxmlformats.org/officeDocument/2006/relationships" r:embed="R4ca625ca99454489"/>
            <a:stretch>
              <a:fillRect l="0" t="-206680" r="0" b="-206684"/>
            </a:stretch>
          </a:blipFill>
        </p:spPr>
      </p:sp>
      <p:sp>
        <p:nvSpPr>
          <p:cNvPr id="6" name="Freeform 6">
            <a:extLst xmlns:a="http://schemas.openxmlformats.org/drawingml/2006/main">
              <a:ext uri="{FF2B5EF4-FFF2-40B4-BE49-F238E27FC236}">
                <a16:creationId xmlns:a16="http://schemas.microsoft.com/office/drawing/2014/main" id="{D5D37049-61DD-46EE-BB82-D9C415ACB4F3}"/>
              </a:ext>
            </a:extLst>
          </p:cNvPr>
          <p:cNvSpPr>
            <a:spLocks xmlns:a="http://schemas.openxmlformats.org/drawingml/2006/main" noGrp="1"/>
          </p:cNvSpPr>
          <p:nvPr/>
        </p:nvSpPr>
        <p:spPr>
          <a:xfrm xmlns:a="http://schemas.openxmlformats.org/drawingml/2006/main" rot="0" flipH="0" flipV="0">
            <a:off x="0" y="0"/>
            <a:ext cx="12129040" cy="6253162"/>
          </a:xfrm>
          <a:custGeom xmlns:a="http://schemas.openxmlformats.org/drawingml/2006/main">
            <a:rect l="l" t="t" r="r" b="b"/>
            <a:pathLst>
              <a:path w="16172053" h="8337550">
                <a:moveTo>
                  <a:pt x="0" y="0"/>
                </a:moveTo>
                <a:lnTo>
                  <a:pt x="16172053" y="0"/>
                </a:lnTo>
                <a:lnTo>
                  <a:pt x="16172053" y="8337550"/>
                </a:lnTo>
                <a:lnTo>
                  <a:pt x="0" y="8337550"/>
                </a:lnTo>
                <a:close/>
              </a:path>
            </a:pathLst>
          </a:custGeom>
          <a:solidFill xmlns:a="http://schemas.openxmlformats.org/drawingml/2006/main">
            <a:srgbClr val="001F3F"/>
          </a:solidFill>
        </p:spPr>
      </p:sp>
      <p:sp>
        <p:nvSpPr>
          <p:cNvPr id="8" name="Freeform 8">
            <a:extLst xmlns:a="http://schemas.openxmlformats.org/drawingml/2006/main">
              <a:ext uri="{FF2B5EF4-FFF2-40B4-BE49-F238E27FC236}">
                <a16:creationId xmlns:a16="http://schemas.microsoft.com/office/drawing/2014/main" id="{99612393-C9D3-4527-80E1-C74B8ABC8E0E}"/>
              </a:ext>
            </a:extLst>
          </p:cNvPr>
          <p:cNvSpPr>
            <a:spLocks xmlns:a="http://schemas.openxmlformats.org/drawingml/2006/main" noGrp="1"/>
          </p:cNvSpPr>
          <p:nvPr/>
        </p:nvSpPr>
        <p:spPr>
          <a:xfrm xmlns:a="http://schemas.openxmlformats.org/drawingml/2006/main" rot="0" flipH="0" flipV="0">
            <a:off x="0" y="6145387"/>
            <a:ext cx="21401056" cy="107822"/>
          </a:xfrm>
          <a:custGeom xmlns:a="http://schemas.openxmlformats.org/drawingml/2006/main">
            <a:rect l="l" t="t" r="r" b="b"/>
            <a:pathLst>
              <a:path w="28534742" h="143764">
                <a:moveTo>
                  <a:pt x="0" y="0"/>
                </a:moveTo>
                <a:lnTo>
                  <a:pt x="28534742" y="0"/>
                </a:lnTo>
                <a:lnTo>
                  <a:pt x="28534742" y="143764"/>
                </a:lnTo>
                <a:lnTo>
                  <a:pt x="0" y="143764"/>
                </a:lnTo>
                <a:close/>
              </a:path>
            </a:pathLst>
          </a:custGeom>
          <a:solidFill xmlns:a="http://schemas.openxmlformats.org/drawingml/2006/main">
            <a:srgbClr val="FFB81C"/>
          </a:solidFill>
        </p:spPr>
      </p:sp>
      <p:sp>
        <p:nvSpPr>
          <p:cNvPr id="10" name="Freeform 10">
            <a:extLst xmlns:a="http://schemas.openxmlformats.org/drawingml/2006/main">
              <a:ext uri="{FF2B5EF4-FFF2-40B4-BE49-F238E27FC236}">
                <a16:creationId xmlns:a16="http://schemas.microsoft.com/office/drawing/2014/main" id="{26FC2F2A-16CC-4A5F-B185-C4C044CB62B6}"/>
              </a:ext>
            </a:extLst>
          </p:cNvPr>
          <p:cNvSpPr>
            <a:spLocks xmlns:a="http://schemas.openxmlformats.org/drawingml/2006/main" noGrp="1"/>
          </p:cNvSpPr>
          <p:nvPr/>
        </p:nvSpPr>
        <p:spPr>
          <a:xfrm xmlns:a="http://schemas.openxmlformats.org/drawingml/2006/main" rot="0" flipH="0" flipV="0">
            <a:off x="916419" y="673837"/>
            <a:ext cx="3827431" cy="754760"/>
          </a:xfrm>
          <a:custGeom xmlns:a="http://schemas.openxmlformats.org/drawingml/2006/main">
            <a:rect l="l" t="t" r="r" b="b"/>
            <a:pathLst>
              <a:path w="5103241" h="1006348">
                <a:moveTo>
                  <a:pt x="0" y="431292"/>
                </a:moveTo>
                <a:cubicBezTo>
                  <a:pt x="0" y="193040"/>
                  <a:pt x="193040" y="0"/>
                  <a:pt x="431292" y="0"/>
                </a:cubicBezTo>
                <a:lnTo>
                  <a:pt x="4671949" y="0"/>
                </a:lnTo>
                <a:cubicBezTo>
                  <a:pt x="4910074" y="0"/>
                  <a:pt x="5103241" y="193040"/>
                  <a:pt x="5103241" y="431292"/>
                </a:cubicBezTo>
                <a:lnTo>
                  <a:pt x="5103241" y="575056"/>
                </a:lnTo>
                <a:cubicBezTo>
                  <a:pt x="5103241" y="813181"/>
                  <a:pt x="4910201" y="1006348"/>
                  <a:pt x="4671949" y="1006348"/>
                </a:cubicBezTo>
                <a:lnTo>
                  <a:pt x="431292" y="1006348"/>
                </a:lnTo>
                <a:cubicBezTo>
                  <a:pt x="193040" y="1006221"/>
                  <a:pt x="0" y="813181"/>
                  <a:pt x="0" y="575056"/>
                </a:cubicBezTo>
                <a:close/>
              </a:path>
            </a:pathLst>
          </a:custGeom>
          <a:solidFill xmlns:a="http://schemas.openxmlformats.org/drawingml/2006/main">
            <a:srgbClr val="FFB81C"/>
          </a:solidFill>
        </p:spPr>
      </p:sp>
      <p:sp>
        <p:nvSpPr>
          <p:cNvPr id="12" name="Freeform 12">
            <a:extLst xmlns:a="http://schemas.openxmlformats.org/drawingml/2006/main">
              <a:ext uri="{FF2B5EF4-FFF2-40B4-BE49-F238E27FC236}">
                <a16:creationId xmlns:a16="http://schemas.microsoft.com/office/drawing/2014/main" id="{D230E303-0EB8-4C6D-847B-4D67D4852F7F}"/>
              </a:ext>
            </a:extLst>
          </p:cNvPr>
          <p:cNvSpPr>
            <a:spLocks xmlns:a="http://schemas.openxmlformats.org/drawingml/2006/main" noGrp="1"/>
          </p:cNvSpPr>
          <p:nvPr/>
        </p:nvSpPr>
        <p:spPr>
          <a:xfrm xmlns:a="http://schemas.openxmlformats.org/drawingml/2006/main" rot="0" flipH="0" flipV="0">
            <a:off x="916419" y="673837"/>
            <a:ext cx="3827393" cy="754696"/>
          </a:xfrm>
          <a:custGeom xmlns:a="http://schemas.openxmlformats.org/drawingml/2006/main">
            <a:rect l="l" t="t" r="r" b="b"/>
            <a:pathLst>
              <a:path w="5103190" h="1006263">
                <a:moveTo>
                  <a:pt x="0" y="0"/>
                </a:moveTo>
                <a:lnTo>
                  <a:pt x="5103190" y="0"/>
                </a:lnTo>
                <a:lnTo>
                  <a:pt x="5103190" y="1006263"/>
                </a:lnTo>
                <a:lnTo>
                  <a:pt x="0" y="1006263"/>
                </a:lnTo>
                <a:close/>
              </a:path>
            </a:pathLst>
          </a:custGeom>
          <a:blipFill xmlns:a="http://schemas.openxmlformats.org/drawingml/2006/main">
            <a:blip xmlns:r="http://schemas.openxmlformats.org/officeDocument/2006/relationships" r:embed="Rff4c8d78f20a4d72">
              <a:alphaModFix amt="0"/>
            </a:blip>
            <a:stretch>
              <a:fillRect l="0" t="-48817" r="0" b="-48816"/>
            </a:stretch>
          </a:blipFill>
        </p:spPr>
      </p:sp>
      <p:sp>
        <p:nvSpPr>
          <p:cNvPr id="13" name="TextBox 13">
            <a:extLst xmlns:a="http://schemas.openxmlformats.org/drawingml/2006/main">
              <a:ext uri="{FF2B5EF4-FFF2-40B4-BE49-F238E27FC236}">
                <a16:creationId xmlns:a16="http://schemas.microsoft.com/office/drawing/2014/main" id="{7475681D-88B8-45EA-80FD-7AC11E4F873B}"/>
              </a:ext>
            </a:extLst>
          </p:cNvPr>
          <p:cNvSpPr>
            <a:spLocks xmlns:a="http://schemas.openxmlformats.org/drawingml/2006/main" noGrp="1"/>
          </p:cNvSpPr>
          <p:nvPr/>
        </p:nvSpPr>
        <p:spPr>
          <a:xfrm xmlns:a="http://schemas.openxmlformats.org/drawingml/2006/main" rot="0" flipH="0" flipV="0">
            <a:off x="916419" y="666694"/>
            <a:ext cx="3827393" cy="761837"/>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310"/>
              </a:lnSpc>
              <a:buNone/>
            </a:pPr>
            <a:r>
              <a:rPr sz="2759" b="1">
                <a:solidFill>
                  <a:srgbClr val="001F3F"/>
                </a:solidFill>
                <a:latin typeface="Georgia Bold"/>
                <a:ea typeface="Georgia Bold"/>
                <a:cs typeface="Georgia Bold"/>
              </a:rPr>
              <a:t>Call for Papers</a:t>
            </a:r>
          </a:p>
        </p:txBody>
      </p:sp>
      <p:sp>
        <p:nvSpPr>
          <p:cNvPr id="15" name="Freeform 15">
            <a:extLst xmlns:a="http://schemas.openxmlformats.org/drawingml/2006/main">
              <a:ext uri="{FF2B5EF4-FFF2-40B4-BE49-F238E27FC236}">
                <a16:creationId xmlns:a16="http://schemas.microsoft.com/office/drawing/2014/main" id="{BD102C27-F484-4334-9F58-DF2349DF4E72}"/>
              </a:ext>
            </a:extLst>
          </p:cNvPr>
          <p:cNvSpPr>
            <a:spLocks xmlns:a="http://schemas.openxmlformats.org/drawingml/2006/main" noGrp="1"/>
          </p:cNvSpPr>
          <p:nvPr/>
        </p:nvSpPr>
        <p:spPr>
          <a:xfrm xmlns:a="http://schemas.openxmlformats.org/drawingml/2006/main" rot="0" flipH="0" flipV="0">
            <a:off x="916419" y="1523697"/>
            <a:ext cx="10511852" cy="1805882"/>
          </a:xfrm>
          <a:custGeom xmlns:a="http://schemas.openxmlformats.org/drawingml/2006/main">
            <a:rect l="l" t="t" r="r" b="b"/>
            <a:pathLst>
              <a:path w="14015803" h="2407843">
                <a:moveTo>
                  <a:pt x="0" y="0"/>
                </a:moveTo>
                <a:lnTo>
                  <a:pt x="14015803" y="0"/>
                </a:lnTo>
                <a:lnTo>
                  <a:pt x="14015803" y="2407843"/>
                </a:lnTo>
                <a:lnTo>
                  <a:pt x="0" y="2407843"/>
                </a:lnTo>
                <a:close/>
              </a:path>
            </a:pathLst>
          </a:custGeom>
          <a:blipFill xmlns:a="http://schemas.openxmlformats.org/drawingml/2006/main">
            <a:blip xmlns:r="http://schemas.openxmlformats.org/officeDocument/2006/relationships" r:embed="Rff4c8d78f20a4d72">
              <a:alphaModFix amt="0"/>
            </a:blip>
            <a:stretch>
              <a:fillRect l="0" t="-63420" r="0" b="-63420"/>
            </a:stretch>
          </a:blipFill>
        </p:spPr>
      </p:sp>
      <p:sp>
        <p:nvSpPr>
          <p:cNvPr id="16" name="TextBox 16">
            <a:extLst xmlns:a="http://schemas.openxmlformats.org/drawingml/2006/main">
              <a:ext uri="{FF2B5EF4-FFF2-40B4-BE49-F238E27FC236}">
                <a16:creationId xmlns:a16="http://schemas.microsoft.com/office/drawing/2014/main" id="{9F556AC9-F08E-4425-AED7-94C185E02E5F}"/>
              </a:ext>
            </a:extLst>
          </p:cNvPr>
          <p:cNvSpPr>
            <a:spLocks xmlns:a="http://schemas.openxmlformats.org/drawingml/2006/main" noGrp="1"/>
          </p:cNvSpPr>
          <p:nvPr/>
        </p:nvSpPr>
        <p:spPr>
          <a:xfrm xmlns:a="http://schemas.openxmlformats.org/drawingml/2006/main" rot="0" flipH="0" flipV="0">
            <a:off x="916419" y="1516554"/>
            <a:ext cx="10511857" cy="181302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14007"/>
              </a:lnSpc>
              <a:buNone/>
            </a:pPr>
            <a:r>
              <a:rPr sz="11672" b="1">
                <a:solidFill>
                  <a:srgbClr val="FFFFFF"/>
                </a:solidFill>
                <a:latin typeface="Georgia Bold"/>
                <a:ea typeface="Georgia Bold"/>
                <a:cs typeface="Georgia Bold"/>
              </a:rPr>
              <a:t>REED-AI</a:t>
            </a:r>
          </a:p>
        </p:txBody>
      </p:sp>
      <p:sp>
        <p:nvSpPr>
          <p:cNvPr id="18" name="Freeform 18">
            <a:extLst xmlns:a="http://schemas.openxmlformats.org/drawingml/2006/main">
              <a:ext uri="{FF2B5EF4-FFF2-40B4-BE49-F238E27FC236}">
                <a16:creationId xmlns:a16="http://schemas.microsoft.com/office/drawing/2014/main" id="{98F10FD6-202C-4B9C-A218-D7F36F204F2A}"/>
              </a:ext>
            </a:extLst>
          </p:cNvPr>
          <p:cNvSpPr>
            <a:spLocks xmlns:a="http://schemas.openxmlformats.org/drawingml/2006/main" noGrp="1"/>
          </p:cNvSpPr>
          <p:nvPr/>
        </p:nvSpPr>
        <p:spPr>
          <a:xfrm xmlns:a="http://schemas.openxmlformats.org/drawingml/2006/main" rot="0" flipH="0" flipV="0">
            <a:off x="970321" y="5255924"/>
            <a:ext cx="10727480" cy="545689"/>
          </a:xfrm>
          <a:custGeom xmlns:a="http://schemas.openxmlformats.org/drawingml/2006/main">
            <a:rect l="l" t="t" r="r" b="b"/>
            <a:pathLst>
              <a:path w="14303307" h="727585">
                <a:moveTo>
                  <a:pt x="0" y="0"/>
                </a:moveTo>
                <a:lnTo>
                  <a:pt x="14303307" y="0"/>
                </a:lnTo>
                <a:lnTo>
                  <a:pt x="14303307" y="727585"/>
                </a:lnTo>
                <a:lnTo>
                  <a:pt x="0" y="727585"/>
                </a:lnTo>
                <a:close/>
              </a:path>
            </a:pathLst>
          </a:custGeom>
          <a:blipFill xmlns:a="http://schemas.openxmlformats.org/drawingml/2006/main">
            <a:blip xmlns:r="http://schemas.openxmlformats.org/officeDocument/2006/relationships" r:embed="Rff4c8d78f20a4d72">
              <a:alphaModFix amt="0"/>
            </a:blip>
            <a:stretch>
              <a:fillRect l="0" t="-333655" r="0" b="-332442"/>
            </a:stretch>
          </a:blipFill>
        </p:spPr>
      </p:sp>
      <p:sp>
        <p:nvSpPr>
          <p:cNvPr id="19" name="TextBox 19">
            <a:extLst xmlns:a="http://schemas.openxmlformats.org/drawingml/2006/main">
              <a:ext uri="{FF2B5EF4-FFF2-40B4-BE49-F238E27FC236}">
                <a16:creationId xmlns:a16="http://schemas.microsoft.com/office/drawing/2014/main" id="{792E1055-8242-42D9-9C80-A747DC8EAE3C}"/>
              </a:ext>
            </a:extLst>
          </p:cNvPr>
          <p:cNvSpPr>
            <a:spLocks xmlns:a="http://schemas.openxmlformats.org/drawingml/2006/main" noGrp="1"/>
          </p:cNvSpPr>
          <p:nvPr/>
        </p:nvSpPr>
        <p:spPr>
          <a:xfrm xmlns:a="http://schemas.openxmlformats.org/drawingml/2006/main" rot="0" flipH="0" flipV="0">
            <a:off x="970321" y="5248781"/>
            <a:ext cx="10727484" cy="55283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3185"/>
              </a:lnSpc>
              <a:buNone/>
            </a:pPr>
            <a:r>
              <a:rPr sz="2654" b="1">
                <a:solidFill>
                  <a:srgbClr val="FFB81C"/>
                </a:solidFill>
                <a:latin typeface="Arial Bold"/>
                <a:ea typeface="Arial Bold"/>
                <a:cs typeface="Arial Bold"/>
              </a:rPr>
              <a:t>Emerging Area Track  •  ACM TRUST 2027</a:t>
            </a:r>
          </a:p>
        </p:txBody>
      </p:sp>
      <p:sp>
        <p:nvSpPr>
          <p:cNvPr id="21" name="Freeform 21">
            <a:extLst xmlns:a="http://schemas.openxmlformats.org/drawingml/2006/main">
              <a:ext uri="{FF2B5EF4-FFF2-40B4-BE49-F238E27FC236}">
                <a16:creationId xmlns:a16="http://schemas.microsoft.com/office/drawing/2014/main" id="{2AD79064-DB7C-4FB2-898B-63964C6CFDCA}"/>
              </a:ext>
            </a:extLst>
          </p:cNvPr>
          <p:cNvSpPr>
            <a:spLocks xmlns:a="http://schemas.openxmlformats.org/drawingml/2006/main" noGrp="1"/>
          </p:cNvSpPr>
          <p:nvPr/>
        </p:nvSpPr>
        <p:spPr>
          <a:xfrm xmlns:a="http://schemas.openxmlformats.org/drawingml/2006/main" rot="0" flipH="0" flipV="0">
            <a:off x="14220802" y="4526177"/>
            <a:ext cx="5275130" cy="1299065"/>
          </a:xfrm>
          <a:custGeom xmlns:a="http://schemas.openxmlformats.org/drawingml/2006/main">
            <a:rect l="l" t="t" r="r" b="b"/>
            <a:pathLst>
              <a:path w="7033506" h="1732087">
                <a:moveTo>
                  <a:pt x="0" y="506996"/>
                </a:moveTo>
                <a:cubicBezTo>
                  <a:pt x="0" y="226924"/>
                  <a:pt x="136884" y="0"/>
                  <a:pt x="305827" y="0"/>
                </a:cubicBezTo>
                <a:lnTo>
                  <a:pt x="6727657" y="0"/>
                </a:lnTo>
                <a:cubicBezTo>
                  <a:pt x="6896510" y="0"/>
                  <a:pt x="7033506" y="226924"/>
                  <a:pt x="7033506" y="506996"/>
                </a:cubicBezTo>
                <a:lnTo>
                  <a:pt x="7033506" y="1225091"/>
                </a:lnTo>
                <a:cubicBezTo>
                  <a:pt x="7033506" y="1505013"/>
                  <a:pt x="6896600" y="1732087"/>
                  <a:pt x="6727657" y="1732087"/>
                </a:cubicBezTo>
                <a:lnTo>
                  <a:pt x="305827" y="1732087"/>
                </a:lnTo>
                <a:cubicBezTo>
                  <a:pt x="136884" y="1732087"/>
                  <a:pt x="0" y="1505163"/>
                  <a:pt x="0" y="1225091"/>
                </a:cubicBezTo>
                <a:close/>
              </a:path>
            </a:pathLst>
          </a:custGeom>
          <a:solidFill xmlns:a="http://schemas.openxmlformats.org/drawingml/2006/main">
            <a:srgbClr val="FFFFFF"/>
          </a:solidFill>
        </p:spPr>
      </p:sp>
      <p:sp>
        <p:nvSpPr>
          <p:cNvPr id="23" name="Freeform 23">
            <a:extLst xmlns:a="http://schemas.openxmlformats.org/drawingml/2006/main">
              <a:ext uri="{FF2B5EF4-FFF2-40B4-BE49-F238E27FC236}">
                <a16:creationId xmlns:a16="http://schemas.microsoft.com/office/drawing/2014/main" id="{180F0A9B-1F69-4DDB-9CA2-D9E8004BE325}"/>
              </a:ext>
            </a:extLst>
          </p:cNvPr>
          <p:cNvSpPr>
            <a:spLocks xmlns:a="http://schemas.openxmlformats.org/drawingml/2006/main" noGrp="1"/>
          </p:cNvSpPr>
          <p:nvPr/>
        </p:nvSpPr>
        <p:spPr>
          <a:xfrm xmlns:a="http://schemas.openxmlformats.org/drawingml/2006/main" rot="0" flipH="0" flipV="0">
            <a:off x="13408293" y="4640834"/>
            <a:ext cx="6900087" cy="1069747"/>
          </a:xfrm>
          <a:custGeom xmlns:a="http://schemas.openxmlformats.org/drawingml/2006/main">
            <a:rect l="l" t="t" r="r" b="b"/>
            <a:pathLst>
              <a:path w="9200117" h="1426330">
                <a:moveTo>
                  <a:pt x="0" y="0"/>
                </a:moveTo>
                <a:lnTo>
                  <a:pt x="9200117" y="0"/>
                </a:lnTo>
                <a:lnTo>
                  <a:pt x="9200117" y="1426330"/>
                </a:lnTo>
                <a:lnTo>
                  <a:pt x="0" y="1426330"/>
                </a:lnTo>
                <a:close/>
              </a:path>
            </a:pathLst>
          </a:custGeom>
          <a:blipFill xmlns:a="http://schemas.openxmlformats.org/drawingml/2006/main">
            <a:blip xmlns:r="http://schemas.openxmlformats.org/officeDocument/2006/relationships" r:embed="Rff4c8d78f20a4d72">
              <a:alphaModFix amt="0"/>
            </a:blip>
            <a:stretch>
              <a:fillRect l="0" t="-86628" r="0" b="-64736"/>
            </a:stretch>
          </a:blipFill>
        </p:spPr>
      </p:sp>
      <p:sp>
        <p:nvSpPr>
          <p:cNvPr id="24" name="TextBox 24">
            <a:extLst xmlns:a="http://schemas.openxmlformats.org/drawingml/2006/main">
              <a:ext uri="{FF2B5EF4-FFF2-40B4-BE49-F238E27FC236}">
                <a16:creationId xmlns:a16="http://schemas.microsoft.com/office/drawing/2014/main" id="{363B3BF6-07B7-4711-B181-BD921A45785F}"/>
              </a:ext>
            </a:extLst>
          </p:cNvPr>
          <p:cNvSpPr>
            <a:spLocks xmlns:a="http://schemas.openxmlformats.org/drawingml/2006/main" noGrp="1"/>
          </p:cNvSpPr>
          <p:nvPr/>
        </p:nvSpPr>
        <p:spPr>
          <a:xfrm xmlns:a="http://schemas.openxmlformats.org/drawingml/2006/main" rot="0" flipH="0" flipV="0">
            <a:off x="13408293" y="4626547"/>
            <a:ext cx="6900091" cy="108404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4025"/>
              </a:lnSpc>
              <a:buNone/>
            </a:pPr>
            <a:r>
              <a:rPr sz="3354" b="1">
                <a:solidFill>
                  <a:srgbClr val="001F3F"/>
                </a:solidFill>
                <a:latin typeface="Arial Bold"/>
                <a:ea typeface="Arial Bold"/>
                <a:cs typeface="Arial Bold"/>
              </a:rPr>
              <a:t>March 7-9, 2027</a:t>
            </a:r>
          </a:p>
          <a:p xmlns:a="http://schemas.openxmlformats.org/drawingml/2006/main">
            <a:pPr algn="ctr">
              <a:lnSpc>
                <a:spcPts val="3185"/>
              </a:lnSpc>
              <a:buNone/>
            </a:pPr>
            <a:r>
              <a:rPr sz="2654" b="1">
                <a:solidFill>
                  <a:srgbClr val="001F3F"/>
                </a:solidFill>
                <a:latin typeface="Arial Bold"/>
                <a:ea typeface="Arial Bold"/>
                <a:cs typeface="Arial Bold"/>
              </a:rPr>
              <a:t>Washington, DC, USA</a:t>
            </a:r>
          </a:p>
        </p:txBody>
      </p:sp>
      <p:sp>
        <p:nvSpPr>
          <p:cNvPr id="27" name="Freeform 27">
            <a:extLst xmlns:a="http://schemas.openxmlformats.org/drawingml/2006/main">
              <a:ext uri="{FF2B5EF4-FFF2-40B4-BE49-F238E27FC236}">
                <a16:creationId xmlns:a16="http://schemas.microsoft.com/office/drawing/2014/main" id="{81F06790-DD9D-4299-A0B6-DEE18D97D572}"/>
              </a:ext>
            </a:extLst>
          </p:cNvPr>
          <p:cNvSpPr>
            <a:spLocks xmlns:a="http://schemas.openxmlformats.org/drawingml/2006/main" noGrp="1"/>
          </p:cNvSpPr>
          <p:nvPr/>
        </p:nvSpPr>
        <p:spPr>
          <a:xfrm xmlns:a="http://schemas.openxmlformats.org/drawingml/2006/main" rot="0" flipH="0" flipV="0">
            <a:off x="791316" y="14647058"/>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FFB81C"/>
          </a:solidFill>
        </p:spPr>
      </p:sp>
      <p:sp>
        <p:nvSpPr>
          <p:cNvPr id="29" name="Freeform 29">
            <a:extLst xmlns:a="http://schemas.openxmlformats.org/drawingml/2006/main">
              <a:ext uri="{FF2B5EF4-FFF2-40B4-BE49-F238E27FC236}">
                <a16:creationId xmlns:a16="http://schemas.microsoft.com/office/drawing/2014/main" id="{0CF2F591-C525-45BD-83FF-49698D735265}"/>
              </a:ext>
            </a:extLst>
          </p:cNvPr>
          <p:cNvSpPr>
            <a:spLocks xmlns:a="http://schemas.openxmlformats.org/drawingml/2006/main" noGrp="1"/>
          </p:cNvSpPr>
          <p:nvPr/>
        </p:nvSpPr>
        <p:spPr>
          <a:xfrm xmlns:a="http://schemas.openxmlformats.org/drawingml/2006/main" rot="0" flipH="0" flipV="0">
            <a:off x="1141712" y="14566201"/>
            <a:ext cx="5956716" cy="781650"/>
          </a:xfrm>
          <a:custGeom xmlns:a="http://schemas.openxmlformats.org/drawingml/2006/main">
            <a:rect l="l" t="t" r="r" b="b"/>
            <a:pathLst>
              <a:path w="7942289" h="1042201">
                <a:moveTo>
                  <a:pt x="0" y="0"/>
                </a:moveTo>
                <a:lnTo>
                  <a:pt x="7942289" y="0"/>
                </a:lnTo>
                <a:lnTo>
                  <a:pt x="7942289" y="1042201"/>
                </a:lnTo>
                <a:lnTo>
                  <a:pt x="0" y="1042201"/>
                </a:lnTo>
                <a:close/>
              </a:path>
            </a:pathLst>
          </a:custGeom>
          <a:blipFill xmlns:a="http://schemas.openxmlformats.org/drawingml/2006/main">
            <a:blip xmlns:r="http://schemas.openxmlformats.org/officeDocument/2006/relationships" r:embed="Rff4c8d78f20a4d72">
              <a:alphaModFix amt="0"/>
            </a:blip>
            <a:stretch>
              <a:fillRect l="0" t="-98489" r="0" b="-98489"/>
            </a:stretch>
          </a:blipFill>
        </p:spPr>
      </p:sp>
      <p:sp>
        <p:nvSpPr>
          <p:cNvPr id="30" name="TextBox 30">
            <a:extLst xmlns:a="http://schemas.openxmlformats.org/drawingml/2006/main">
              <a:ext uri="{FF2B5EF4-FFF2-40B4-BE49-F238E27FC236}">
                <a16:creationId xmlns:a16="http://schemas.microsoft.com/office/drawing/2014/main" id="{0CAC0780-5769-478E-AC66-9BF2F944EB96}"/>
              </a:ext>
            </a:extLst>
          </p:cNvPr>
          <p:cNvSpPr>
            <a:spLocks xmlns:a="http://schemas.openxmlformats.org/drawingml/2006/main" noGrp="1"/>
          </p:cNvSpPr>
          <p:nvPr/>
        </p:nvSpPr>
        <p:spPr>
          <a:xfrm xmlns:a="http://schemas.openxmlformats.org/drawingml/2006/main" rot="0" flipH="0" flipV="0">
            <a:off x="1141712" y="14559058"/>
            <a:ext cx="5956715" cy="78879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093"/>
              </a:lnSpc>
              <a:buNone/>
            </a:pPr>
            <a:r>
              <a:rPr sz="4244" b="1">
                <a:solidFill>
                  <a:srgbClr val="003594"/>
                </a:solidFill>
                <a:latin typeface="Georgia Bold"/>
                <a:ea typeface="Georgia Bold"/>
                <a:cs typeface="Georgia Bold"/>
              </a:rPr>
              <a:t>Important Dates</a:t>
            </a:r>
          </a:p>
        </p:txBody>
      </p:sp>
      <p:sp>
        <p:nvSpPr>
          <p:cNvPr id="32" name="Freeform 32">
            <a:extLst xmlns:a="http://schemas.openxmlformats.org/drawingml/2006/main">
              <a:ext uri="{FF2B5EF4-FFF2-40B4-BE49-F238E27FC236}">
                <a16:creationId xmlns:a16="http://schemas.microsoft.com/office/drawing/2014/main" id="{F384115C-B568-4059-A174-4057B56757E8}"/>
              </a:ext>
            </a:extLst>
          </p:cNvPr>
          <p:cNvSpPr>
            <a:spLocks xmlns:a="http://schemas.openxmlformats.org/drawingml/2006/main" noGrp="1"/>
          </p:cNvSpPr>
          <p:nvPr/>
        </p:nvSpPr>
        <p:spPr>
          <a:xfrm xmlns:a="http://schemas.openxmlformats.org/drawingml/2006/main" rot="0" flipH="0" flipV="0">
            <a:off x="1141712" y="15293949"/>
            <a:ext cx="5956744" cy="40385"/>
          </a:xfrm>
          <a:custGeom xmlns:a="http://schemas.openxmlformats.org/drawingml/2006/main">
            <a:rect l="l" t="t" r="r" b="b"/>
            <a:pathLst>
              <a:path w="7942326" h="53848">
                <a:moveTo>
                  <a:pt x="0" y="0"/>
                </a:moveTo>
                <a:lnTo>
                  <a:pt x="7942326" y="0"/>
                </a:lnTo>
                <a:lnTo>
                  <a:pt x="7942326" y="53848"/>
                </a:lnTo>
                <a:lnTo>
                  <a:pt x="0" y="53848"/>
                </a:lnTo>
                <a:close/>
              </a:path>
            </a:pathLst>
          </a:custGeom>
          <a:solidFill xmlns:a="http://schemas.openxmlformats.org/drawingml/2006/main">
            <a:srgbClr val="D5DFEA"/>
          </a:solidFill>
        </p:spPr>
      </p:sp>
      <p:sp>
        <p:nvSpPr>
          <p:cNvPr id="34" name="Freeform 34">
            <a:extLst xmlns:a="http://schemas.openxmlformats.org/drawingml/2006/main">
              <a:ext uri="{FF2B5EF4-FFF2-40B4-BE49-F238E27FC236}">
                <a16:creationId xmlns:a16="http://schemas.microsoft.com/office/drawing/2014/main" id="{AEAD7EAA-E84A-4508-B8DD-2BC5266E8E3F}"/>
              </a:ext>
            </a:extLst>
          </p:cNvPr>
          <p:cNvSpPr>
            <a:spLocks xmlns:a="http://schemas.openxmlformats.org/drawingml/2006/main" noGrp="1"/>
          </p:cNvSpPr>
          <p:nvPr/>
        </p:nvSpPr>
        <p:spPr>
          <a:xfrm xmlns:a="http://schemas.openxmlformats.org/drawingml/2006/main" rot="0" flipH="0" flipV="0">
            <a:off x="791316" y="15537819"/>
            <a:ext cx="7140713" cy="6199250"/>
          </a:xfrm>
          <a:custGeom xmlns:a="http://schemas.openxmlformats.org/drawingml/2006/main">
            <a:rect l="l" t="t" r="r" b="b"/>
            <a:pathLst>
              <a:path w="9520951" h="8265668">
                <a:moveTo>
                  <a:pt x="0" y="431165"/>
                </a:moveTo>
                <a:cubicBezTo>
                  <a:pt x="0" y="193040"/>
                  <a:pt x="218555" y="0"/>
                  <a:pt x="488154" y="0"/>
                </a:cubicBezTo>
                <a:lnTo>
                  <a:pt x="9032796" y="0"/>
                </a:lnTo>
                <a:cubicBezTo>
                  <a:pt x="9302395" y="0"/>
                  <a:pt x="9520951" y="193040"/>
                  <a:pt x="9520951" y="431165"/>
                </a:cubicBezTo>
                <a:lnTo>
                  <a:pt x="9520951" y="7834503"/>
                </a:lnTo>
                <a:cubicBezTo>
                  <a:pt x="9520951" y="8072628"/>
                  <a:pt x="9302395" y="8265668"/>
                  <a:pt x="9032796" y="8265668"/>
                </a:cubicBezTo>
                <a:lnTo>
                  <a:pt x="488154" y="8265668"/>
                </a:lnTo>
                <a:cubicBezTo>
                  <a:pt x="218555" y="8265668"/>
                  <a:pt x="0" y="8072628"/>
                  <a:pt x="0" y="7834503"/>
                </a:cubicBezTo>
                <a:close/>
              </a:path>
            </a:pathLst>
          </a:custGeom>
          <a:solidFill xmlns:a="http://schemas.openxmlformats.org/drawingml/2006/main">
            <a:srgbClr val="001F3F"/>
          </a:solidFill>
        </p:spPr>
      </p:sp>
      <p:sp>
        <p:nvSpPr>
          <p:cNvPr id="36" name="Freeform 36">
            <a:extLst xmlns:a="http://schemas.openxmlformats.org/drawingml/2006/main">
              <a:ext uri="{FF2B5EF4-FFF2-40B4-BE49-F238E27FC236}">
                <a16:creationId xmlns:a16="http://schemas.microsoft.com/office/drawing/2014/main" id="{B44CB81B-BA0E-4765-A92B-01AE9006F6EF}"/>
              </a:ext>
            </a:extLst>
          </p:cNvPr>
          <p:cNvSpPr>
            <a:spLocks xmlns:a="http://schemas.openxmlformats.org/drawingml/2006/main" noGrp="1"/>
          </p:cNvSpPr>
          <p:nvPr/>
        </p:nvSpPr>
        <p:spPr>
          <a:xfrm xmlns:a="http://schemas.openxmlformats.org/drawingml/2006/main" rot="0" flipH="0" flipV="0">
            <a:off x="1401634" y="16427283"/>
            <a:ext cx="61037" cy="4474273"/>
          </a:xfrm>
          <a:custGeom xmlns:a="http://schemas.openxmlformats.org/drawingml/2006/main">
            <a:rect l="l" t="t" r="r" b="b"/>
            <a:pathLst>
              <a:path w="81383" h="5965698">
                <a:moveTo>
                  <a:pt x="0" y="0"/>
                </a:moveTo>
                <a:lnTo>
                  <a:pt x="81383" y="0"/>
                </a:lnTo>
                <a:lnTo>
                  <a:pt x="81383" y="5965698"/>
                </a:lnTo>
                <a:lnTo>
                  <a:pt x="0" y="5965698"/>
                </a:lnTo>
                <a:close/>
              </a:path>
            </a:pathLst>
          </a:custGeom>
          <a:solidFill xmlns:a="http://schemas.openxmlformats.org/drawingml/2006/main">
            <a:srgbClr val="FFB81C"/>
          </a:solidFill>
        </p:spPr>
      </p:sp>
      <p:sp>
        <p:nvSpPr>
          <p:cNvPr id="38" name="Freeform 38">
            <a:extLst xmlns:a="http://schemas.openxmlformats.org/drawingml/2006/main">
              <a:ext uri="{FF2B5EF4-FFF2-40B4-BE49-F238E27FC236}">
                <a16:creationId xmlns:a16="http://schemas.microsoft.com/office/drawing/2014/main" id="{A853BCFB-4CB4-426F-B46E-8CD8A6BD3187}"/>
              </a:ext>
            </a:extLst>
          </p:cNvPr>
          <p:cNvSpPr>
            <a:spLocks xmlns:a="http://schemas.openxmlformats.org/drawingml/2006/main" noGrp="1"/>
          </p:cNvSpPr>
          <p:nvPr/>
        </p:nvSpPr>
        <p:spPr>
          <a:xfrm xmlns:a="http://schemas.openxmlformats.org/drawingml/2006/main" rot="0" flipH="0" flipV="0">
            <a:off x="1188025" y="16292514"/>
            <a:ext cx="488292" cy="431291"/>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53907">
            <a:solidFill>
              <a:srgbClr val="FFB81C"/>
            </a:solidFill>
            <a:prstDash val="solid"/>
          </a:ln>
        </p:spPr>
      </p:sp>
      <p:sp>
        <p:nvSpPr>
          <p:cNvPr id="40" name="Freeform 40">
            <a:extLst xmlns:a="http://schemas.openxmlformats.org/drawingml/2006/main">
              <a:ext uri="{FF2B5EF4-FFF2-40B4-BE49-F238E27FC236}">
                <a16:creationId xmlns:a16="http://schemas.microsoft.com/office/drawing/2014/main" id="{4CC1C7DC-760D-460D-9A43-5F01DA7EB817}"/>
              </a:ext>
            </a:extLst>
          </p:cNvPr>
          <p:cNvSpPr>
            <a:spLocks xmlns:a="http://schemas.openxmlformats.org/drawingml/2006/main" noGrp="1"/>
          </p:cNvSpPr>
          <p:nvPr/>
        </p:nvSpPr>
        <p:spPr>
          <a:xfrm xmlns:a="http://schemas.openxmlformats.org/drawingml/2006/main" rot="0" flipH="0" flipV="0">
            <a:off x="1188025" y="17370648"/>
            <a:ext cx="488292" cy="431291"/>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53907">
            <a:solidFill>
              <a:srgbClr val="FFB81C"/>
            </a:solidFill>
            <a:prstDash val="solid"/>
          </a:ln>
        </p:spPr>
      </p:sp>
      <p:sp>
        <p:nvSpPr>
          <p:cNvPr id="42" name="Freeform 42">
            <a:extLst xmlns:a="http://schemas.openxmlformats.org/drawingml/2006/main">
              <a:ext uri="{FF2B5EF4-FFF2-40B4-BE49-F238E27FC236}">
                <a16:creationId xmlns:a16="http://schemas.microsoft.com/office/drawing/2014/main" id="{8D621B39-FADA-4C19-BAE0-64D8E8D7AB15}"/>
              </a:ext>
            </a:extLst>
          </p:cNvPr>
          <p:cNvSpPr>
            <a:spLocks xmlns:a="http://schemas.openxmlformats.org/drawingml/2006/main" noGrp="1"/>
          </p:cNvSpPr>
          <p:nvPr/>
        </p:nvSpPr>
        <p:spPr>
          <a:xfrm xmlns:a="http://schemas.openxmlformats.org/drawingml/2006/main" rot="0" flipH="0" flipV="0">
            <a:off x="1188025" y="18448793"/>
            <a:ext cx="488292" cy="431291"/>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53907">
            <a:solidFill>
              <a:srgbClr val="FFB81C"/>
            </a:solidFill>
            <a:prstDash val="solid"/>
          </a:ln>
        </p:spPr>
      </p:sp>
      <p:sp>
        <p:nvSpPr>
          <p:cNvPr id="44" name="Freeform 44">
            <a:extLst xmlns:a="http://schemas.openxmlformats.org/drawingml/2006/main">
              <a:ext uri="{FF2B5EF4-FFF2-40B4-BE49-F238E27FC236}">
                <a16:creationId xmlns:a16="http://schemas.microsoft.com/office/drawing/2014/main" id="{B44EAAEC-04B8-42E9-AE92-6514F5316708}"/>
              </a:ext>
            </a:extLst>
          </p:cNvPr>
          <p:cNvSpPr>
            <a:spLocks xmlns:a="http://schemas.openxmlformats.org/drawingml/2006/main" noGrp="1"/>
          </p:cNvSpPr>
          <p:nvPr/>
        </p:nvSpPr>
        <p:spPr>
          <a:xfrm xmlns:a="http://schemas.openxmlformats.org/drawingml/2006/main" rot="0" flipH="0" flipV="0">
            <a:off x="1188025" y="19526928"/>
            <a:ext cx="488292" cy="431291"/>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53907">
            <a:solidFill>
              <a:srgbClr val="FFB81C"/>
            </a:solidFill>
            <a:prstDash val="solid"/>
          </a:ln>
        </p:spPr>
      </p:sp>
      <p:sp>
        <p:nvSpPr>
          <p:cNvPr id="46" name="Freeform 46">
            <a:extLst xmlns:a="http://schemas.openxmlformats.org/drawingml/2006/main">
              <a:ext uri="{FF2B5EF4-FFF2-40B4-BE49-F238E27FC236}">
                <a16:creationId xmlns:a16="http://schemas.microsoft.com/office/drawing/2014/main" id="{031F1676-7246-4479-991F-5831831DAF56}"/>
              </a:ext>
            </a:extLst>
          </p:cNvPr>
          <p:cNvSpPr>
            <a:spLocks xmlns:a="http://schemas.openxmlformats.org/drawingml/2006/main" noGrp="1"/>
          </p:cNvSpPr>
          <p:nvPr/>
        </p:nvSpPr>
        <p:spPr>
          <a:xfrm xmlns:a="http://schemas.openxmlformats.org/drawingml/2006/main" rot="0" flipH="0" flipV="0">
            <a:off x="1188025" y="20605071"/>
            <a:ext cx="488292" cy="431291"/>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53907">
            <a:solidFill>
              <a:srgbClr val="FFB81C"/>
            </a:solidFill>
            <a:prstDash val="solid"/>
          </a:ln>
        </p:spPr>
      </p:sp>
      <p:sp>
        <p:nvSpPr>
          <p:cNvPr id="47" name="TextBox 47">
            <a:extLst xmlns:a="http://schemas.openxmlformats.org/drawingml/2006/main">
              <a:ext uri="{FF2B5EF4-FFF2-40B4-BE49-F238E27FC236}">
                <a16:creationId xmlns:a16="http://schemas.microsoft.com/office/drawing/2014/main" id="{1735679B-73CF-40FE-B9A9-87119DF4DDE2}"/>
              </a:ext>
            </a:extLst>
          </p:cNvPr>
          <p:cNvSpPr>
            <a:spLocks xmlns:a="http://schemas.openxmlformats.org/drawingml/2006/main" noGrp="1"/>
          </p:cNvSpPr>
          <p:nvPr/>
        </p:nvSpPr>
        <p:spPr>
          <a:xfrm xmlns:a="http://schemas.openxmlformats.org/drawingml/2006/main" rot="0" flipH="0" flipV="0">
            <a:off x="1950926" y="16008687"/>
            <a:ext cx="5431852" cy="4143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08"/>
              </a:lnSpc>
              <a:buNone/>
            </a:pPr>
            <a:r>
              <a:rPr sz="2674" b="1">
                <a:solidFill>
                  <a:srgbClr val="FFB81C"/>
                </a:solidFill>
                <a:latin typeface="Georgia Bold"/>
                <a:ea typeface="Georgia Bold"/>
                <a:cs typeface="Georgia Bold"/>
              </a:rPr>
              <a:t>Oct 24, 2026</a:t>
            </a:r>
          </a:p>
        </p:txBody>
      </p:sp>
      <p:sp>
        <p:nvSpPr>
          <p:cNvPr id="48" name="TextBox 48">
            <a:extLst xmlns:a="http://schemas.openxmlformats.org/drawingml/2006/main">
              <a:ext uri="{FF2B5EF4-FFF2-40B4-BE49-F238E27FC236}">
                <a16:creationId xmlns:a16="http://schemas.microsoft.com/office/drawing/2014/main" id="{04AF4E6D-F138-4604-87ED-DD4A6FE619A6}"/>
              </a:ext>
            </a:extLst>
          </p:cNvPr>
          <p:cNvSpPr>
            <a:spLocks xmlns:a="http://schemas.openxmlformats.org/drawingml/2006/main" noGrp="1"/>
          </p:cNvSpPr>
          <p:nvPr/>
        </p:nvSpPr>
        <p:spPr>
          <a:xfrm xmlns:a="http://schemas.openxmlformats.org/drawingml/2006/main" rot="0" flipH="0" flipV="0">
            <a:off x="1950926" y="16466897"/>
            <a:ext cx="5431852" cy="3762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03"/>
              </a:lnSpc>
              <a:buNone/>
            </a:pPr>
            <a:r>
              <a:rPr sz="2419">
                <a:solidFill>
                  <a:srgbClr val="FFFFFF"/>
                </a:solidFill>
                <a:latin typeface="Arial"/>
                <a:ea typeface="Arial"/>
                <a:cs typeface="Arial"/>
              </a:rPr>
              <a:t>Abstract registration</a:t>
            </a:r>
          </a:p>
        </p:txBody>
      </p:sp>
      <p:sp>
        <p:nvSpPr>
          <p:cNvPr id="49" name="TextBox 49">
            <a:extLst xmlns:a="http://schemas.openxmlformats.org/drawingml/2006/main">
              <a:ext uri="{FF2B5EF4-FFF2-40B4-BE49-F238E27FC236}">
                <a16:creationId xmlns:a16="http://schemas.microsoft.com/office/drawing/2014/main" id="{6DDAE442-BB99-4CC6-9B60-44438B50B4CD}"/>
              </a:ext>
            </a:extLst>
          </p:cNvPr>
          <p:cNvSpPr>
            <a:spLocks xmlns:a="http://schemas.openxmlformats.org/drawingml/2006/main" noGrp="1"/>
          </p:cNvSpPr>
          <p:nvPr/>
        </p:nvSpPr>
        <p:spPr>
          <a:xfrm xmlns:a="http://schemas.openxmlformats.org/drawingml/2006/main" rot="0" flipH="0" flipV="0">
            <a:off x="1950926" y="17086832"/>
            <a:ext cx="5431852" cy="4143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08"/>
              </a:lnSpc>
              <a:buNone/>
            </a:pPr>
            <a:r>
              <a:rPr sz="2674" b="1">
                <a:solidFill>
                  <a:srgbClr val="FFB81C"/>
                </a:solidFill>
                <a:latin typeface="Georgia Bold"/>
                <a:ea typeface="Georgia Bold"/>
                <a:cs typeface="Georgia Bold"/>
              </a:rPr>
              <a:t>Oct 31, 2026</a:t>
            </a:r>
          </a:p>
        </p:txBody>
      </p:sp>
      <p:sp>
        <p:nvSpPr>
          <p:cNvPr id="50" name="TextBox 50">
            <a:extLst xmlns:a="http://schemas.openxmlformats.org/drawingml/2006/main">
              <a:ext uri="{FF2B5EF4-FFF2-40B4-BE49-F238E27FC236}">
                <a16:creationId xmlns:a16="http://schemas.microsoft.com/office/drawing/2014/main" id="{BFACF3D9-82D9-4D06-A32C-490B2A229609}"/>
              </a:ext>
            </a:extLst>
          </p:cNvPr>
          <p:cNvSpPr>
            <a:spLocks xmlns:a="http://schemas.openxmlformats.org/drawingml/2006/main" noGrp="1"/>
          </p:cNvSpPr>
          <p:nvPr/>
        </p:nvSpPr>
        <p:spPr>
          <a:xfrm xmlns:a="http://schemas.openxmlformats.org/drawingml/2006/main" rot="0" flipH="0" flipV="0">
            <a:off x="1950926" y="17545041"/>
            <a:ext cx="5431852" cy="3762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03"/>
              </a:lnSpc>
              <a:buNone/>
            </a:pPr>
            <a:r>
              <a:rPr sz="2419">
                <a:solidFill>
                  <a:srgbClr val="FFFFFF"/>
                </a:solidFill>
                <a:latin typeface="Arial"/>
                <a:ea typeface="Arial"/>
                <a:cs typeface="Arial"/>
              </a:rPr>
              <a:t>Paper submission</a:t>
            </a:r>
          </a:p>
        </p:txBody>
      </p:sp>
      <p:sp>
        <p:nvSpPr>
          <p:cNvPr id="51" name="TextBox 51">
            <a:extLst xmlns:a="http://schemas.openxmlformats.org/drawingml/2006/main">
              <a:ext uri="{FF2B5EF4-FFF2-40B4-BE49-F238E27FC236}">
                <a16:creationId xmlns:a16="http://schemas.microsoft.com/office/drawing/2014/main" id="{F0E2E1C0-6F51-4530-BBE4-3047CA77BE94}"/>
              </a:ext>
            </a:extLst>
          </p:cNvPr>
          <p:cNvSpPr>
            <a:spLocks xmlns:a="http://schemas.openxmlformats.org/drawingml/2006/main" noGrp="1"/>
          </p:cNvSpPr>
          <p:nvPr/>
        </p:nvSpPr>
        <p:spPr>
          <a:xfrm xmlns:a="http://schemas.openxmlformats.org/drawingml/2006/main" rot="0" flipH="0" flipV="0">
            <a:off x="1950926" y="18164967"/>
            <a:ext cx="5431852" cy="4143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08"/>
              </a:lnSpc>
              <a:buNone/>
            </a:pPr>
            <a:r>
              <a:rPr sz="2674" b="1">
                <a:solidFill>
                  <a:srgbClr val="FFB81C"/>
                </a:solidFill>
                <a:latin typeface="Georgia Bold"/>
                <a:ea typeface="Georgia Bold"/>
                <a:cs typeface="Georgia Bold"/>
              </a:rPr>
              <a:t>Dec 31, 2026</a:t>
            </a:r>
          </a:p>
        </p:txBody>
      </p:sp>
      <p:sp>
        <p:nvSpPr>
          <p:cNvPr id="52" name="TextBox 52">
            <a:extLst xmlns:a="http://schemas.openxmlformats.org/drawingml/2006/main">
              <a:ext uri="{FF2B5EF4-FFF2-40B4-BE49-F238E27FC236}">
                <a16:creationId xmlns:a16="http://schemas.microsoft.com/office/drawing/2014/main" id="{B5EF901F-A8BA-4B9B-9D08-16D5546B1DBD}"/>
              </a:ext>
            </a:extLst>
          </p:cNvPr>
          <p:cNvSpPr>
            <a:spLocks xmlns:a="http://schemas.openxmlformats.org/drawingml/2006/main" noGrp="1"/>
          </p:cNvSpPr>
          <p:nvPr/>
        </p:nvSpPr>
        <p:spPr>
          <a:xfrm xmlns:a="http://schemas.openxmlformats.org/drawingml/2006/main" rot="0" flipH="0" flipV="0">
            <a:off x="1950926" y="18623176"/>
            <a:ext cx="5431852" cy="3762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03"/>
              </a:lnSpc>
              <a:buNone/>
            </a:pPr>
            <a:r>
              <a:rPr sz="2419">
                <a:solidFill>
                  <a:srgbClr val="FFFFFF"/>
                </a:solidFill>
                <a:latin typeface="Arial"/>
                <a:ea typeface="Arial"/>
                <a:cs typeface="Arial"/>
              </a:rPr>
              <a:t>Acceptance notification</a:t>
            </a:r>
          </a:p>
        </p:txBody>
      </p:sp>
      <p:sp>
        <p:nvSpPr>
          <p:cNvPr id="53" name="TextBox 53">
            <a:extLst xmlns:a="http://schemas.openxmlformats.org/drawingml/2006/main">
              <a:ext uri="{FF2B5EF4-FFF2-40B4-BE49-F238E27FC236}">
                <a16:creationId xmlns:a16="http://schemas.microsoft.com/office/drawing/2014/main" id="{6826F98A-7C4E-4818-8D99-42B7D5726352}"/>
              </a:ext>
            </a:extLst>
          </p:cNvPr>
          <p:cNvSpPr>
            <a:spLocks xmlns:a="http://schemas.openxmlformats.org/drawingml/2006/main" noGrp="1"/>
          </p:cNvSpPr>
          <p:nvPr/>
        </p:nvSpPr>
        <p:spPr>
          <a:xfrm xmlns:a="http://schemas.openxmlformats.org/drawingml/2006/main" rot="0" flipH="0" flipV="0">
            <a:off x="1950926" y="19243111"/>
            <a:ext cx="5431852" cy="4143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08"/>
              </a:lnSpc>
              <a:buNone/>
            </a:pPr>
            <a:r>
              <a:rPr sz="2674" b="1">
                <a:solidFill>
                  <a:srgbClr val="FFB81C"/>
                </a:solidFill>
                <a:latin typeface="Georgia Bold"/>
                <a:ea typeface="Georgia Bold"/>
                <a:cs typeface="Georgia Bold"/>
              </a:rPr>
              <a:t>Feb 28, 2027</a:t>
            </a:r>
          </a:p>
        </p:txBody>
      </p:sp>
      <p:sp>
        <p:nvSpPr>
          <p:cNvPr id="54" name="TextBox 54">
            <a:extLst xmlns:a="http://schemas.openxmlformats.org/drawingml/2006/main">
              <a:ext uri="{FF2B5EF4-FFF2-40B4-BE49-F238E27FC236}">
                <a16:creationId xmlns:a16="http://schemas.microsoft.com/office/drawing/2014/main" id="{01FFE103-93B1-458F-955C-57C7233C9294}"/>
              </a:ext>
            </a:extLst>
          </p:cNvPr>
          <p:cNvSpPr>
            <a:spLocks xmlns:a="http://schemas.openxmlformats.org/drawingml/2006/main" noGrp="1"/>
          </p:cNvSpPr>
          <p:nvPr/>
        </p:nvSpPr>
        <p:spPr>
          <a:xfrm xmlns:a="http://schemas.openxmlformats.org/drawingml/2006/main" rot="0" flipH="0" flipV="0">
            <a:off x="1950926" y="19701321"/>
            <a:ext cx="5431852" cy="3762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03"/>
              </a:lnSpc>
              <a:buNone/>
            </a:pPr>
            <a:r>
              <a:rPr sz="2419">
                <a:solidFill>
                  <a:srgbClr val="FFFFFF"/>
                </a:solidFill>
                <a:latin typeface="Arial"/>
                <a:ea typeface="Arial"/>
                <a:cs typeface="Arial"/>
              </a:rPr>
              <a:t>Camera-ready manuscript</a:t>
            </a:r>
          </a:p>
        </p:txBody>
      </p:sp>
      <p:sp>
        <p:nvSpPr>
          <p:cNvPr id="55" name="TextBox 55">
            <a:extLst xmlns:a="http://schemas.openxmlformats.org/drawingml/2006/main">
              <a:ext uri="{FF2B5EF4-FFF2-40B4-BE49-F238E27FC236}">
                <a16:creationId xmlns:a16="http://schemas.microsoft.com/office/drawing/2014/main" id="{C2A72CBF-6ABF-44A4-946C-725C39576E1A}"/>
              </a:ext>
            </a:extLst>
          </p:cNvPr>
          <p:cNvSpPr>
            <a:spLocks xmlns:a="http://schemas.openxmlformats.org/drawingml/2006/main" noGrp="1"/>
          </p:cNvSpPr>
          <p:nvPr/>
        </p:nvSpPr>
        <p:spPr>
          <a:xfrm xmlns:a="http://schemas.openxmlformats.org/drawingml/2006/main" rot="0" flipH="0" flipV="0">
            <a:off x="1950926" y="20321246"/>
            <a:ext cx="5431852" cy="4143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08"/>
              </a:lnSpc>
              <a:buNone/>
            </a:pPr>
            <a:r>
              <a:rPr sz="2674" b="1">
                <a:solidFill>
                  <a:srgbClr val="FFB81C"/>
                </a:solidFill>
                <a:latin typeface="Georgia Bold"/>
                <a:ea typeface="Georgia Bold"/>
                <a:cs typeface="Georgia Bold"/>
              </a:rPr>
              <a:t>Mar 7-9, 2027</a:t>
            </a:r>
          </a:p>
        </p:txBody>
      </p:sp>
      <p:sp>
        <p:nvSpPr>
          <p:cNvPr id="56" name="TextBox 56">
            <a:extLst xmlns:a="http://schemas.openxmlformats.org/drawingml/2006/main">
              <a:ext uri="{FF2B5EF4-FFF2-40B4-BE49-F238E27FC236}">
                <a16:creationId xmlns:a16="http://schemas.microsoft.com/office/drawing/2014/main" id="{7BF1146B-6144-43FE-B69D-FB45D6541CA1}"/>
              </a:ext>
            </a:extLst>
          </p:cNvPr>
          <p:cNvSpPr>
            <a:spLocks xmlns:a="http://schemas.openxmlformats.org/drawingml/2006/main" noGrp="1"/>
          </p:cNvSpPr>
          <p:nvPr/>
        </p:nvSpPr>
        <p:spPr>
          <a:xfrm xmlns:a="http://schemas.openxmlformats.org/drawingml/2006/main" rot="0" flipH="0" flipV="0">
            <a:off x="1950926" y="20779455"/>
            <a:ext cx="5431852" cy="37623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03"/>
              </a:lnSpc>
              <a:buNone/>
            </a:pPr>
            <a:r>
              <a:rPr sz="2419">
                <a:solidFill>
                  <a:srgbClr val="FFFFFF"/>
                </a:solidFill>
                <a:latin typeface="Arial"/>
                <a:ea typeface="Arial"/>
                <a:cs typeface="Arial"/>
              </a:rPr>
              <a:t>Conference • Washington, DC</a:t>
            </a:r>
          </a:p>
        </p:txBody>
      </p:sp>
      <p:sp>
        <p:nvSpPr>
          <p:cNvPr id="59" name="Freeform 59">
            <a:extLst xmlns:a="http://schemas.openxmlformats.org/drawingml/2006/main">
              <a:ext uri="{FF2B5EF4-FFF2-40B4-BE49-F238E27FC236}">
                <a16:creationId xmlns:a16="http://schemas.microsoft.com/office/drawing/2014/main" id="{59F4E6F9-C9AE-443E-A463-C6486E99891E}"/>
              </a:ext>
            </a:extLst>
          </p:cNvPr>
          <p:cNvSpPr>
            <a:spLocks xmlns:a="http://schemas.openxmlformats.org/drawingml/2006/main" noGrp="1"/>
          </p:cNvSpPr>
          <p:nvPr/>
        </p:nvSpPr>
        <p:spPr>
          <a:xfrm xmlns:a="http://schemas.openxmlformats.org/drawingml/2006/main" rot="0" flipH="0" flipV="0">
            <a:off x="838686" y="6772218"/>
            <a:ext cx="122387" cy="565975"/>
          </a:xfrm>
          <a:custGeom xmlns:a="http://schemas.openxmlformats.org/drawingml/2006/main">
            <a:rect l="l" t="t" r="r" b="b"/>
            <a:pathLst>
              <a:path w="163183" h="754634">
                <a:moveTo>
                  <a:pt x="0" y="89789"/>
                </a:moveTo>
                <a:cubicBezTo>
                  <a:pt x="0" y="40259"/>
                  <a:pt x="36584" y="0"/>
                  <a:pt x="81592" y="0"/>
                </a:cubicBezTo>
                <a:cubicBezTo>
                  <a:pt x="126600" y="0"/>
                  <a:pt x="163183" y="40259"/>
                  <a:pt x="163183" y="89789"/>
                </a:cubicBezTo>
                <a:lnTo>
                  <a:pt x="163183" y="664845"/>
                </a:lnTo>
                <a:cubicBezTo>
                  <a:pt x="163183" y="714502"/>
                  <a:pt x="126600" y="754634"/>
                  <a:pt x="81592" y="754634"/>
                </a:cubicBezTo>
                <a:cubicBezTo>
                  <a:pt x="36584" y="754634"/>
                  <a:pt x="0" y="714502"/>
                  <a:pt x="0" y="664845"/>
                </a:cubicBezTo>
                <a:close/>
              </a:path>
            </a:pathLst>
          </a:custGeom>
          <a:solidFill xmlns:a="http://schemas.openxmlformats.org/drawingml/2006/main">
            <a:srgbClr val="FFB81C"/>
          </a:solidFill>
        </p:spPr>
      </p:sp>
      <p:sp>
        <p:nvSpPr>
          <p:cNvPr id="61" name="Freeform 61">
            <a:extLst xmlns:a="http://schemas.openxmlformats.org/drawingml/2006/main">
              <a:ext uri="{FF2B5EF4-FFF2-40B4-BE49-F238E27FC236}">
                <a16:creationId xmlns:a16="http://schemas.microsoft.com/office/drawing/2014/main" id="{BEB942E1-F040-4D48-BDEF-6F08C67A7366}"/>
              </a:ext>
            </a:extLst>
          </p:cNvPr>
          <p:cNvSpPr>
            <a:spLocks xmlns:a="http://schemas.openxmlformats.org/drawingml/2006/main" noGrp="1"/>
          </p:cNvSpPr>
          <p:nvPr/>
        </p:nvSpPr>
        <p:spPr>
          <a:xfrm xmlns:a="http://schemas.openxmlformats.org/drawingml/2006/main" rot="0" flipH="0" flipV="0">
            <a:off x="1157093" y="6691351"/>
            <a:ext cx="5412899" cy="798738"/>
          </a:xfrm>
          <a:custGeom xmlns:a="http://schemas.openxmlformats.org/drawingml/2006/main">
            <a:rect l="l" t="t" r="r" b="b"/>
            <a:pathLst>
              <a:path w="7217199" h="1064984">
                <a:moveTo>
                  <a:pt x="0" y="0"/>
                </a:moveTo>
                <a:lnTo>
                  <a:pt x="7217199" y="0"/>
                </a:lnTo>
                <a:lnTo>
                  <a:pt x="7217199" y="1064984"/>
                </a:lnTo>
                <a:lnTo>
                  <a:pt x="0" y="1064984"/>
                </a:lnTo>
                <a:close/>
              </a:path>
            </a:pathLst>
          </a:custGeom>
          <a:blipFill xmlns:a="http://schemas.openxmlformats.org/drawingml/2006/main">
            <a:blip xmlns:r="http://schemas.openxmlformats.org/officeDocument/2006/relationships" r:embed="Rff4c8d78f20a4d72">
              <a:alphaModFix amt="0"/>
            </a:blip>
            <a:stretch>
              <a:fillRect l="0" t="-96382" r="-10046" b="-94243"/>
            </a:stretch>
          </a:blipFill>
        </p:spPr>
      </p:sp>
      <p:sp>
        <p:nvSpPr>
          <p:cNvPr id="62" name="TextBox 62">
            <a:extLst xmlns:a="http://schemas.openxmlformats.org/drawingml/2006/main">
              <a:ext uri="{FF2B5EF4-FFF2-40B4-BE49-F238E27FC236}">
                <a16:creationId xmlns:a16="http://schemas.microsoft.com/office/drawing/2014/main" id="{80E5B549-7A45-4D21-BC21-FBBEA39C4C27}"/>
              </a:ext>
            </a:extLst>
          </p:cNvPr>
          <p:cNvSpPr>
            <a:spLocks xmlns:a="http://schemas.openxmlformats.org/drawingml/2006/main" noGrp="1"/>
          </p:cNvSpPr>
          <p:nvPr/>
        </p:nvSpPr>
        <p:spPr>
          <a:xfrm xmlns:a="http://schemas.openxmlformats.org/drawingml/2006/main" rot="0" flipH="0" flipV="0">
            <a:off x="1157093" y="6684208"/>
            <a:ext cx="5412898" cy="805881"/>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093"/>
              </a:lnSpc>
              <a:buNone/>
            </a:pPr>
            <a:r>
              <a:rPr sz="4244" b="1">
                <a:solidFill>
                  <a:srgbClr val="003594"/>
                </a:solidFill>
                <a:latin typeface="Georgia Bold"/>
                <a:ea typeface="Georgia Bold"/>
                <a:cs typeface="Georgia Bold"/>
              </a:rPr>
              <a:t>Track Chairs</a:t>
            </a:r>
          </a:p>
        </p:txBody>
      </p:sp>
      <p:sp>
        <p:nvSpPr>
          <p:cNvPr id="64" name="Freeform 64">
            <a:extLst xmlns:a="http://schemas.openxmlformats.org/drawingml/2006/main">
              <a:ext uri="{FF2B5EF4-FFF2-40B4-BE49-F238E27FC236}">
                <a16:creationId xmlns:a16="http://schemas.microsoft.com/office/drawing/2014/main" id="{86273BEE-E9CB-458C-97F6-0EADB9773943}"/>
              </a:ext>
            </a:extLst>
          </p:cNvPr>
          <p:cNvSpPr>
            <a:spLocks xmlns:a="http://schemas.openxmlformats.org/drawingml/2006/main" noGrp="1"/>
          </p:cNvSpPr>
          <p:nvPr/>
        </p:nvSpPr>
        <p:spPr>
          <a:xfrm xmlns:a="http://schemas.openxmlformats.org/drawingml/2006/main" rot="0" flipH="0" flipV="0">
            <a:off x="1157093" y="7419099"/>
            <a:ext cx="5412926" cy="40386"/>
          </a:xfrm>
          <a:custGeom xmlns:a="http://schemas.openxmlformats.org/drawingml/2006/main">
            <a:rect l="l" t="t" r="r" b="b"/>
            <a:pathLst>
              <a:path w="7217236" h="53848">
                <a:moveTo>
                  <a:pt x="0" y="0"/>
                </a:moveTo>
                <a:lnTo>
                  <a:pt x="7217236" y="0"/>
                </a:lnTo>
                <a:lnTo>
                  <a:pt x="7217236" y="53848"/>
                </a:lnTo>
                <a:lnTo>
                  <a:pt x="0" y="53848"/>
                </a:lnTo>
                <a:close/>
              </a:path>
            </a:pathLst>
          </a:custGeom>
          <a:solidFill xmlns:a="http://schemas.openxmlformats.org/drawingml/2006/main">
            <a:srgbClr val="D5DFEA"/>
          </a:solidFill>
        </p:spPr>
      </p:sp>
      <p:sp>
        <p:nvSpPr>
          <p:cNvPr id="65" name="TextBox 65">
            <a:extLst xmlns:a="http://schemas.openxmlformats.org/drawingml/2006/main">
              <a:ext uri="{FF2B5EF4-FFF2-40B4-BE49-F238E27FC236}">
                <a16:creationId xmlns:a16="http://schemas.microsoft.com/office/drawing/2014/main" id="{0B1E3058-E443-43DF-9D8A-8AA725A4B5D6}"/>
              </a:ext>
            </a:extLst>
          </p:cNvPr>
          <p:cNvSpPr>
            <a:spLocks xmlns:a="http://schemas.openxmlformats.org/drawingml/2006/main" noGrp="1"/>
          </p:cNvSpPr>
          <p:nvPr/>
        </p:nvSpPr>
        <p:spPr>
          <a:xfrm xmlns:a="http://schemas.openxmlformats.org/drawingml/2006/main" rot="0" flipH="0" flipV="0">
            <a:off x="791316" y="7609151"/>
            <a:ext cx="7140755" cy="441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426"/>
              </a:lnSpc>
              <a:buNone/>
            </a:pPr>
            <a:r>
              <a:rPr sz="2855" b="1">
                <a:solidFill>
                  <a:srgbClr val="17233A"/>
                </a:solidFill>
                <a:latin typeface="Arial Bold"/>
                <a:ea typeface="Arial Bold"/>
                <a:cs typeface="Arial Bold"/>
              </a:rPr>
              <a:t>Ahmad P. Tafti, PhD, FAMIA</a:t>
            </a:r>
          </a:p>
        </p:txBody>
      </p:sp>
      <p:sp>
        <p:nvSpPr>
          <p:cNvPr id="66" name="TextBox 66">
            <a:extLst xmlns:a="http://schemas.openxmlformats.org/drawingml/2006/main">
              <a:ext uri="{FF2B5EF4-FFF2-40B4-BE49-F238E27FC236}">
                <a16:creationId xmlns:a16="http://schemas.microsoft.com/office/drawing/2014/main" id="{8507C06E-72BD-40D3-A477-3C43C5DF9E3C}"/>
              </a:ext>
            </a:extLst>
          </p:cNvPr>
          <p:cNvSpPr>
            <a:spLocks xmlns:a="http://schemas.openxmlformats.org/drawingml/2006/main" noGrp="1"/>
          </p:cNvSpPr>
          <p:nvPr/>
        </p:nvSpPr>
        <p:spPr>
          <a:xfrm xmlns:a="http://schemas.openxmlformats.org/drawingml/2006/main" rot="0" flipH="0" flipV="0">
            <a:off x="791316" y="8052861"/>
            <a:ext cx="7140755" cy="3750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19"/>
              </a:lnSpc>
              <a:buNone/>
            </a:pPr>
            <a:r>
              <a:rPr sz="2432">
                <a:solidFill>
                  <a:srgbClr val="54647A"/>
                </a:solidFill>
                <a:latin typeface="Arial"/>
                <a:ea typeface="Arial"/>
                <a:cs typeface="Arial"/>
              </a:rPr>
              <a:t>University of Pittsburgh · tafti.ahmad@pitt.edu</a:t>
            </a:r>
          </a:p>
        </p:txBody>
      </p:sp>
      <p:sp>
        <p:nvSpPr>
          <p:cNvPr id="67" name="TextBox 67">
            <a:extLst xmlns:a="http://schemas.openxmlformats.org/drawingml/2006/main">
              <a:ext uri="{FF2B5EF4-FFF2-40B4-BE49-F238E27FC236}">
                <a16:creationId xmlns:a16="http://schemas.microsoft.com/office/drawing/2014/main" id="{8E199D36-EB53-4519-8A6B-FA48BB941EF4}"/>
              </a:ext>
            </a:extLst>
          </p:cNvPr>
          <p:cNvSpPr>
            <a:spLocks xmlns:a="http://schemas.openxmlformats.org/drawingml/2006/main" noGrp="1"/>
          </p:cNvSpPr>
          <p:nvPr/>
        </p:nvSpPr>
        <p:spPr>
          <a:xfrm xmlns:a="http://schemas.openxmlformats.org/drawingml/2006/main" rot="0" flipH="0" flipV="0">
            <a:off x="791316" y="8744220"/>
            <a:ext cx="7140755" cy="441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426"/>
              </a:lnSpc>
              <a:buNone/>
            </a:pPr>
            <a:r>
              <a:rPr sz="2855" b="1">
                <a:solidFill>
                  <a:srgbClr val="17233A"/>
                </a:solidFill>
                <a:latin typeface="Arial Bold"/>
                <a:ea typeface="Arial Bold"/>
                <a:cs typeface="Arial Bold"/>
              </a:rPr>
              <a:t>Yanshan Wang, PhD, FAMIA</a:t>
            </a:r>
          </a:p>
        </p:txBody>
      </p:sp>
      <p:sp>
        <p:nvSpPr>
          <p:cNvPr id="68" name="TextBox 68">
            <a:extLst xmlns:a="http://schemas.openxmlformats.org/drawingml/2006/main">
              <a:ext uri="{FF2B5EF4-FFF2-40B4-BE49-F238E27FC236}">
                <a16:creationId xmlns:a16="http://schemas.microsoft.com/office/drawing/2014/main" id="{676424C4-59E7-4E53-A0FF-C19308EF94BA}"/>
              </a:ext>
            </a:extLst>
          </p:cNvPr>
          <p:cNvSpPr>
            <a:spLocks xmlns:a="http://schemas.openxmlformats.org/drawingml/2006/main" noGrp="1"/>
          </p:cNvSpPr>
          <p:nvPr/>
        </p:nvSpPr>
        <p:spPr>
          <a:xfrm xmlns:a="http://schemas.openxmlformats.org/drawingml/2006/main" rot="0" flipH="0" flipV="0">
            <a:off x="791316" y="9187918"/>
            <a:ext cx="7140755" cy="3750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19"/>
              </a:lnSpc>
              <a:buNone/>
            </a:pPr>
            <a:r>
              <a:rPr sz="2432">
                <a:solidFill>
                  <a:srgbClr val="54647A"/>
                </a:solidFill>
                <a:latin typeface="Arial"/>
                <a:ea typeface="Arial"/>
                <a:cs typeface="Arial"/>
              </a:rPr>
              <a:t>University of Pittsburgh · yanshan.wang@pitt.edu</a:t>
            </a:r>
          </a:p>
        </p:txBody>
      </p:sp>
      <p:sp>
        <p:nvSpPr>
          <p:cNvPr id="69" name="TextBox 69">
            <a:extLst xmlns:a="http://schemas.openxmlformats.org/drawingml/2006/main">
              <a:ext uri="{FF2B5EF4-FFF2-40B4-BE49-F238E27FC236}">
                <a16:creationId xmlns:a16="http://schemas.microsoft.com/office/drawing/2014/main" id="{6D5EC768-6B4C-4F0F-B13F-32A7C08A49C4}"/>
              </a:ext>
            </a:extLst>
          </p:cNvPr>
          <p:cNvSpPr>
            <a:spLocks xmlns:a="http://schemas.openxmlformats.org/drawingml/2006/main" noGrp="1"/>
          </p:cNvSpPr>
          <p:nvPr/>
        </p:nvSpPr>
        <p:spPr>
          <a:xfrm xmlns:a="http://schemas.openxmlformats.org/drawingml/2006/main" rot="0" flipH="0" flipV="0">
            <a:off x="791316" y="9879277"/>
            <a:ext cx="7140755" cy="441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426"/>
              </a:lnSpc>
              <a:buNone/>
            </a:pPr>
            <a:r>
              <a:rPr sz="2855" b="1">
                <a:solidFill>
                  <a:srgbClr val="17233A"/>
                </a:solidFill>
                <a:latin typeface="Arial Bold"/>
                <a:ea typeface="Arial Bold"/>
                <a:cs typeface="Arial Bold"/>
              </a:rPr>
              <a:t>Shyam Visweswaran, MD, PhD</a:t>
            </a:r>
          </a:p>
        </p:txBody>
      </p:sp>
      <p:sp>
        <p:nvSpPr>
          <p:cNvPr id="70" name="TextBox 70">
            <a:extLst xmlns:a="http://schemas.openxmlformats.org/drawingml/2006/main">
              <a:ext uri="{FF2B5EF4-FFF2-40B4-BE49-F238E27FC236}">
                <a16:creationId xmlns:a16="http://schemas.microsoft.com/office/drawing/2014/main" id="{65B44FC9-449C-4FAD-8DAE-6BA04401900C}"/>
              </a:ext>
            </a:extLst>
          </p:cNvPr>
          <p:cNvSpPr>
            <a:spLocks xmlns:a="http://schemas.openxmlformats.org/drawingml/2006/main" noGrp="1"/>
          </p:cNvSpPr>
          <p:nvPr/>
        </p:nvSpPr>
        <p:spPr>
          <a:xfrm xmlns:a="http://schemas.openxmlformats.org/drawingml/2006/main" rot="0" flipH="0" flipV="0">
            <a:off x="791316" y="10322987"/>
            <a:ext cx="7140755" cy="3750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19"/>
              </a:lnSpc>
              <a:buNone/>
            </a:pPr>
            <a:r>
              <a:rPr sz="2432">
                <a:solidFill>
                  <a:srgbClr val="54647A"/>
                </a:solidFill>
                <a:latin typeface="Arial"/>
                <a:ea typeface="Arial"/>
                <a:cs typeface="Arial"/>
              </a:rPr>
              <a:t>University of Pittsburgh · shv3@pitt.edu</a:t>
            </a:r>
          </a:p>
        </p:txBody>
      </p:sp>
      <p:sp>
        <p:nvSpPr>
          <p:cNvPr id="71" name="TextBox 71">
            <a:extLst xmlns:a="http://schemas.openxmlformats.org/drawingml/2006/main">
              <a:ext uri="{FF2B5EF4-FFF2-40B4-BE49-F238E27FC236}">
                <a16:creationId xmlns:a16="http://schemas.microsoft.com/office/drawing/2014/main" id="{41C70FB8-AFE0-405D-97A3-64FE469E87DC}"/>
              </a:ext>
            </a:extLst>
          </p:cNvPr>
          <p:cNvSpPr>
            <a:spLocks xmlns:a="http://schemas.openxmlformats.org/drawingml/2006/main" noGrp="1"/>
          </p:cNvSpPr>
          <p:nvPr/>
        </p:nvSpPr>
        <p:spPr>
          <a:xfrm xmlns:a="http://schemas.openxmlformats.org/drawingml/2006/main" rot="0" flipH="0" flipV="0">
            <a:off x="791316" y="11014347"/>
            <a:ext cx="7140755" cy="441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426"/>
              </a:lnSpc>
              <a:buNone/>
            </a:pPr>
            <a:r>
              <a:rPr sz="2855" b="1">
                <a:solidFill>
                  <a:srgbClr val="17233A"/>
                </a:solidFill>
                <a:latin typeface="Arial Bold"/>
                <a:ea typeface="Arial Bold"/>
                <a:cs typeface="Arial Bold"/>
              </a:rPr>
              <a:t>Armaghan Moemeni, PhD, SFHEA</a:t>
            </a:r>
          </a:p>
        </p:txBody>
      </p:sp>
      <p:sp>
        <p:nvSpPr>
          <p:cNvPr id="72" name="TextBox 72">
            <a:extLst xmlns:a="http://schemas.openxmlformats.org/drawingml/2006/main">
              <a:ext uri="{FF2B5EF4-FFF2-40B4-BE49-F238E27FC236}">
                <a16:creationId xmlns:a16="http://schemas.microsoft.com/office/drawing/2014/main" id="{FD6FA6B9-68FF-4156-B9C1-B84CE6FF48D5}"/>
              </a:ext>
            </a:extLst>
          </p:cNvPr>
          <p:cNvSpPr>
            <a:spLocks xmlns:a="http://schemas.openxmlformats.org/drawingml/2006/main" noGrp="1"/>
          </p:cNvSpPr>
          <p:nvPr/>
        </p:nvSpPr>
        <p:spPr>
          <a:xfrm xmlns:a="http://schemas.openxmlformats.org/drawingml/2006/main" rot="0" flipH="0" flipV="0">
            <a:off x="791316" y="11458057"/>
            <a:ext cx="7140755" cy="29289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280"/>
              </a:lnSpc>
              <a:buNone/>
            </a:pPr>
            <a:r>
              <a:rPr sz="1900">
                <a:solidFill>
                  <a:srgbClr val="54647A"/>
                </a:solidFill>
                <a:latin typeface="Arial"/>
                <a:ea typeface="Arial"/>
                <a:cs typeface="Arial"/>
              </a:rPr>
              <a:t>University of Nottingham · armaghan.moemeni@nottingham.ac.uk</a:t>
            </a:r>
          </a:p>
        </p:txBody>
      </p:sp>
      <p:sp>
        <p:nvSpPr>
          <p:cNvPr id="73" name="TextBox 73">
            <a:extLst xmlns:a="http://schemas.openxmlformats.org/drawingml/2006/main">
              <a:ext uri="{FF2B5EF4-FFF2-40B4-BE49-F238E27FC236}">
                <a16:creationId xmlns:a16="http://schemas.microsoft.com/office/drawing/2014/main" id="{D3813644-8CB7-4C03-8530-B7B9FB15CC3D}"/>
              </a:ext>
            </a:extLst>
          </p:cNvPr>
          <p:cNvSpPr>
            <a:spLocks xmlns:a="http://schemas.openxmlformats.org/drawingml/2006/main" noGrp="1"/>
          </p:cNvSpPr>
          <p:nvPr/>
        </p:nvSpPr>
        <p:spPr>
          <a:xfrm xmlns:a="http://schemas.openxmlformats.org/drawingml/2006/main" rot="0" flipH="0" flipV="0">
            <a:off x="791316" y="12126614"/>
            <a:ext cx="7140755" cy="441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426"/>
              </a:lnSpc>
              <a:buNone/>
            </a:pPr>
            <a:r>
              <a:rPr sz="2855" b="1">
                <a:solidFill>
                  <a:srgbClr val="17233A"/>
                </a:solidFill>
                <a:latin typeface="Arial Bold"/>
                <a:ea typeface="Arial Bold"/>
                <a:cs typeface="Arial Bold"/>
              </a:rPr>
              <a:t>Prashnna K. Gyawali, PhD</a:t>
            </a:r>
          </a:p>
        </p:txBody>
      </p:sp>
      <p:sp>
        <p:nvSpPr>
          <p:cNvPr id="74" name="TextBox 74">
            <a:extLst xmlns:a="http://schemas.openxmlformats.org/drawingml/2006/main">
              <a:ext uri="{FF2B5EF4-FFF2-40B4-BE49-F238E27FC236}">
                <a16:creationId xmlns:a16="http://schemas.microsoft.com/office/drawing/2014/main" id="{56772F63-F304-4F4E-9355-F4A4CEA193FD}"/>
              </a:ext>
            </a:extLst>
          </p:cNvPr>
          <p:cNvSpPr>
            <a:spLocks xmlns:a="http://schemas.openxmlformats.org/drawingml/2006/main" noGrp="1"/>
          </p:cNvSpPr>
          <p:nvPr/>
        </p:nvSpPr>
        <p:spPr>
          <a:xfrm xmlns:a="http://schemas.openxmlformats.org/drawingml/2006/main" rot="0" flipH="0" flipV="0">
            <a:off x="791316" y="12570324"/>
            <a:ext cx="7140755" cy="31194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65"/>
              </a:lnSpc>
              <a:buNone/>
            </a:pPr>
            <a:r>
              <a:rPr sz="2054">
                <a:solidFill>
                  <a:srgbClr val="54647A"/>
                </a:solidFill>
                <a:latin typeface="Arial"/>
                <a:ea typeface="Arial"/>
                <a:cs typeface="Arial"/>
              </a:rPr>
              <a:t>West Virginia University · prashnna.gyawali@mail.wvu.edu</a:t>
            </a:r>
          </a:p>
        </p:txBody>
      </p:sp>
      <p:sp>
        <p:nvSpPr>
          <p:cNvPr id="75" name="TextBox 75">
            <a:extLst xmlns:a="http://schemas.openxmlformats.org/drawingml/2006/main">
              <a:ext uri="{FF2B5EF4-FFF2-40B4-BE49-F238E27FC236}">
                <a16:creationId xmlns:a16="http://schemas.microsoft.com/office/drawing/2014/main" id="{9E8F910E-750E-4123-B516-E5CE7CB297BA}"/>
              </a:ext>
            </a:extLst>
          </p:cNvPr>
          <p:cNvSpPr>
            <a:spLocks xmlns:a="http://schemas.openxmlformats.org/drawingml/2006/main" noGrp="1"/>
          </p:cNvSpPr>
          <p:nvPr/>
        </p:nvSpPr>
        <p:spPr>
          <a:xfrm xmlns:a="http://schemas.openxmlformats.org/drawingml/2006/main" rot="0" flipH="0" flipV="0">
            <a:off x="791316" y="13261684"/>
            <a:ext cx="7140755" cy="4415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426"/>
              </a:lnSpc>
              <a:buNone/>
            </a:pPr>
            <a:r>
              <a:rPr sz="2855" b="1">
                <a:solidFill>
                  <a:srgbClr val="17233A"/>
                </a:solidFill>
                <a:latin typeface="Arial Bold"/>
                <a:ea typeface="Arial Bold"/>
                <a:cs typeface="Arial Bold"/>
              </a:rPr>
              <a:t>Michael Strange, PhD</a:t>
            </a:r>
          </a:p>
        </p:txBody>
      </p:sp>
      <p:sp>
        <p:nvSpPr>
          <p:cNvPr id="76" name="TextBox 76">
            <a:extLst xmlns:a="http://schemas.openxmlformats.org/drawingml/2006/main">
              <a:ext uri="{FF2B5EF4-FFF2-40B4-BE49-F238E27FC236}">
                <a16:creationId xmlns:a16="http://schemas.microsoft.com/office/drawing/2014/main" id="{94E2CBD7-81D6-4EC0-AAF4-83D5BC924239}"/>
              </a:ext>
            </a:extLst>
          </p:cNvPr>
          <p:cNvSpPr>
            <a:spLocks xmlns:a="http://schemas.openxmlformats.org/drawingml/2006/main" noGrp="1"/>
          </p:cNvSpPr>
          <p:nvPr/>
        </p:nvSpPr>
        <p:spPr>
          <a:xfrm xmlns:a="http://schemas.openxmlformats.org/drawingml/2006/main" rot="0" flipH="0" flipV="0">
            <a:off x="791316" y="13705393"/>
            <a:ext cx="7140755" cy="3750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19"/>
              </a:lnSpc>
              <a:buNone/>
            </a:pPr>
            <a:r>
              <a:rPr sz="2432">
                <a:solidFill>
                  <a:srgbClr val="54647A"/>
                </a:solidFill>
                <a:latin typeface="Arial"/>
                <a:ea typeface="Arial"/>
                <a:cs typeface="Arial"/>
              </a:rPr>
              <a:t>Malmö University · michael.strange@mau.se</a:t>
            </a:r>
          </a:p>
        </p:txBody>
      </p:sp>
      <p:sp>
        <p:nvSpPr>
          <p:cNvPr id="78" name="Freeform 78">
            <a:extLst xmlns:a="http://schemas.openxmlformats.org/drawingml/2006/main">
              <a:ext uri="{FF2B5EF4-FFF2-40B4-BE49-F238E27FC236}">
                <a16:creationId xmlns:a16="http://schemas.microsoft.com/office/drawing/2014/main" id="{1B8BB8CA-0471-4C92-8267-87BF808D7333}"/>
              </a:ext>
            </a:extLst>
          </p:cNvPr>
          <p:cNvSpPr>
            <a:spLocks xmlns:a="http://schemas.openxmlformats.org/drawingml/2006/main" noGrp="1"/>
          </p:cNvSpPr>
          <p:nvPr/>
        </p:nvSpPr>
        <p:spPr>
          <a:xfrm xmlns:a="http://schemas.openxmlformats.org/drawingml/2006/main" rot="0" flipH="0" flipV="0">
            <a:off x="0" y="28247235"/>
            <a:ext cx="21401056" cy="53911"/>
          </a:xfrm>
          <a:custGeom xmlns:a="http://schemas.openxmlformats.org/drawingml/2006/main">
            <a:rect l="l" t="t" r="r" b="b"/>
            <a:pathLst>
              <a:path w="28534742" h="71882">
                <a:moveTo>
                  <a:pt x="0" y="0"/>
                </a:moveTo>
                <a:lnTo>
                  <a:pt x="28534742" y="0"/>
                </a:lnTo>
                <a:lnTo>
                  <a:pt x="28534742" y="71882"/>
                </a:lnTo>
                <a:lnTo>
                  <a:pt x="0" y="71882"/>
                </a:lnTo>
                <a:close/>
              </a:path>
            </a:pathLst>
          </a:custGeom>
          <a:solidFill xmlns:a="http://schemas.openxmlformats.org/drawingml/2006/main">
            <a:srgbClr val="FFB81C"/>
          </a:solidFill>
        </p:spPr>
      </p:sp>
      <p:sp>
        <p:nvSpPr>
          <p:cNvPr id="80" name="Freeform 80">
            <a:extLst xmlns:a="http://schemas.openxmlformats.org/drawingml/2006/main">
              <a:ext uri="{FF2B5EF4-FFF2-40B4-BE49-F238E27FC236}">
                <a16:creationId xmlns:a16="http://schemas.microsoft.com/office/drawing/2014/main" id="{D63D2D79-BC53-4F7D-8452-56E8F3B91657}"/>
              </a:ext>
            </a:extLst>
          </p:cNvPr>
          <p:cNvSpPr>
            <a:spLocks xmlns:a="http://schemas.openxmlformats.org/drawingml/2006/main" noGrp="1"/>
          </p:cNvSpPr>
          <p:nvPr/>
        </p:nvSpPr>
        <p:spPr>
          <a:xfrm xmlns:a="http://schemas.openxmlformats.org/drawingml/2006/main" rot="0" flipH="0" flipV="0">
            <a:off x="791316" y="22108735"/>
            <a:ext cx="7140755" cy="5404171"/>
          </a:xfrm>
          <a:custGeom xmlns:a="http://schemas.openxmlformats.org/drawingml/2006/main">
            <a:rect l="l" t="t" r="r" b="b"/>
            <a:pathLst>
              <a:path w="904727" h="684704">
                <a:moveTo>
                  <a:pt x="42283" y="0"/>
                </a:moveTo>
                <a:lnTo>
                  <a:pt x="862444" y="0"/>
                </a:lnTo>
                <a:cubicBezTo>
                  <a:pt x="885796" y="0"/>
                  <a:pt x="904727" y="18931"/>
                  <a:pt x="904727" y="42283"/>
                </a:cubicBezTo>
                <a:lnTo>
                  <a:pt x="904727" y="642420"/>
                </a:lnTo>
                <a:cubicBezTo>
                  <a:pt x="904727" y="653634"/>
                  <a:pt x="900272" y="664389"/>
                  <a:pt x="892343" y="672319"/>
                </a:cubicBezTo>
                <a:cubicBezTo>
                  <a:pt x="884413" y="680249"/>
                  <a:pt x="873658" y="684704"/>
                  <a:pt x="862444" y="684704"/>
                </a:cubicBezTo>
                <a:lnTo>
                  <a:pt x="42283" y="684704"/>
                </a:lnTo>
                <a:cubicBezTo>
                  <a:pt x="18931" y="684704"/>
                  <a:pt x="0" y="665773"/>
                  <a:pt x="0" y="642420"/>
                </a:cubicBezTo>
                <a:lnTo>
                  <a:pt x="0" y="42283"/>
                </a:lnTo>
                <a:cubicBezTo>
                  <a:pt x="0" y="31069"/>
                  <a:pt x="4455" y="20314"/>
                  <a:pt x="12384" y="12384"/>
                </a:cubicBezTo>
                <a:cubicBezTo>
                  <a:pt x="20314" y="4455"/>
                  <a:pt x="31069" y="0"/>
                  <a:pt x="42283" y="0"/>
                </a:cubicBezTo>
                <a:close/>
              </a:path>
            </a:pathLst>
          </a:custGeom>
          <a:solidFill xmlns:a="http://schemas.openxmlformats.org/drawingml/2006/main">
            <a:srgbClr val="003594"/>
          </a:solidFill>
        </p:spPr>
      </p:sp>
      <p:sp>
        <p:nvSpPr>
          <p:cNvPr id="81" name="TextBox 81">
            <a:extLst xmlns:a="http://schemas.openxmlformats.org/drawingml/2006/main">
              <a:ext uri="{FF2B5EF4-FFF2-40B4-BE49-F238E27FC236}">
                <a16:creationId xmlns:a16="http://schemas.microsoft.com/office/drawing/2014/main" id="{33F876D2-6D1F-4DAC-9AC8-B72B5519174E}"/>
              </a:ext>
            </a:extLst>
          </p:cNvPr>
          <p:cNvSpPr>
            <a:spLocks xmlns:a="http://schemas.openxmlformats.org/drawingml/2006/main" noGrp="1"/>
          </p:cNvSpPr>
          <p:nvPr/>
        </p:nvSpPr>
        <p:spPr>
          <a:xfrm xmlns:a="http://schemas.openxmlformats.org/drawingml/2006/main" rot="0" flipH="0" flipV="0">
            <a:off x="791316" y="22033557"/>
            <a:ext cx="7140755" cy="5479349"/>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5093"/>
              </a:lnSpc>
              <a:buNone/>
            </a:pPr>
          </a:p>
        </p:txBody>
      </p:sp>
      <p:sp>
        <p:nvSpPr>
          <p:cNvPr id="83" name="Freeform 83">
            <a:extLst xmlns:a="http://schemas.openxmlformats.org/drawingml/2006/main">
              <a:ext uri="{FF2B5EF4-FFF2-40B4-BE49-F238E27FC236}">
                <a16:creationId xmlns:a16="http://schemas.microsoft.com/office/drawing/2014/main" id="{F171F1B3-AEC1-4742-8DAC-441C59659741}"/>
              </a:ext>
            </a:extLst>
          </p:cNvPr>
          <p:cNvSpPr>
            <a:spLocks xmlns:a="http://schemas.openxmlformats.org/drawingml/2006/main" noGrp="1"/>
          </p:cNvSpPr>
          <p:nvPr/>
        </p:nvSpPr>
        <p:spPr>
          <a:xfrm xmlns:a="http://schemas.openxmlformats.org/drawingml/2006/main" rot="0" flipH="0" flipV="0">
            <a:off x="1442426" y="23017317"/>
            <a:ext cx="6300767" cy="47568"/>
          </a:xfrm>
          <a:custGeom xmlns:a="http://schemas.openxmlformats.org/drawingml/2006/main">
            <a:rect l="l" t="t" r="r" b="b"/>
            <a:pathLst>
              <a:path w="5957767" h="44979">
                <a:moveTo>
                  <a:pt x="0" y="0"/>
                </a:moveTo>
                <a:lnTo>
                  <a:pt x="5957767" y="0"/>
                </a:lnTo>
                <a:lnTo>
                  <a:pt x="5957767" y="44979"/>
                </a:lnTo>
                <a:lnTo>
                  <a:pt x="0" y="44979"/>
                </a:lnTo>
                <a:close/>
              </a:path>
            </a:pathLst>
          </a:custGeom>
          <a:solidFill xmlns:a="http://schemas.openxmlformats.org/drawingml/2006/main">
            <a:srgbClr val="FFB81C"/>
          </a:solidFill>
        </p:spPr>
      </p:sp>
      <p:sp>
        <p:nvSpPr>
          <p:cNvPr id="85" name="Freeform 85">
            <a:extLst xmlns:a="http://schemas.openxmlformats.org/drawingml/2006/main">
              <a:ext uri="{FF2B5EF4-FFF2-40B4-BE49-F238E27FC236}">
                <a16:creationId xmlns:a16="http://schemas.microsoft.com/office/drawing/2014/main" id="{D67CAAC2-F01D-416D-A37B-E89DEC88B3EC}"/>
              </a:ext>
            </a:extLst>
          </p:cNvPr>
          <p:cNvSpPr>
            <a:spLocks xmlns:a="http://schemas.openxmlformats.org/drawingml/2006/main" noGrp="1"/>
          </p:cNvSpPr>
          <p:nvPr/>
        </p:nvSpPr>
        <p:spPr>
          <a:xfrm xmlns:a="http://schemas.openxmlformats.org/drawingml/2006/main" rot="0" flipH="0" flipV="0">
            <a:off x="1439016" y="22230662"/>
            <a:ext cx="5900208" cy="798738"/>
          </a:xfrm>
          <a:custGeom xmlns:a="http://schemas.openxmlformats.org/drawingml/2006/main">
            <a:rect l="l" t="t" r="r" b="b"/>
            <a:pathLst>
              <a:path w="7866945" h="1064984">
                <a:moveTo>
                  <a:pt x="0" y="0"/>
                </a:moveTo>
                <a:lnTo>
                  <a:pt x="7866945" y="0"/>
                </a:lnTo>
                <a:lnTo>
                  <a:pt x="7866945" y="1064984"/>
                </a:lnTo>
                <a:lnTo>
                  <a:pt x="0" y="1064984"/>
                </a:lnTo>
                <a:close/>
              </a:path>
            </a:pathLst>
          </a:custGeom>
          <a:blipFill xmlns:a="http://schemas.openxmlformats.org/drawingml/2006/main">
            <a:blip xmlns:r="http://schemas.openxmlformats.org/officeDocument/2006/relationships" r:embed="Rff4c8d78f20a4d72">
              <a:alphaModFix amt="0"/>
            </a:blip>
            <a:stretch>
              <a:fillRect l="0" t="-250243" r="-107854" b="-248103"/>
            </a:stretch>
          </a:blipFill>
        </p:spPr>
      </p:sp>
      <p:sp>
        <p:nvSpPr>
          <p:cNvPr id="86" name="TextBox 86">
            <a:extLst xmlns:a="http://schemas.openxmlformats.org/drawingml/2006/main">
              <a:ext uri="{FF2B5EF4-FFF2-40B4-BE49-F238E27FC236}">
                <a16:creationId xmlns:a16="http://schemas.microsoft.com/office/drawing/2014/main" id="{64469E41-8106-4FAB-8EEA-A620160A1BF6}"/>
              </a:ext>
            </a:extLst>
          </p:cNvPr>
          <p:cNvSpPr>
            <a:spLocks xmlns:a="http://schemas.openxmlformats.org/drawingml/2006/main" noGrp="1"/>
          </p:cNvSpPr>
          <p:nvPr/>
        </p:nvSpPr>
        <p:spPr>
          <a:xfrm xmlns:a="http://schemas.openxmlformats.org/drawingml/2006/main" rot="0" flipH="0" flipV="0">
            <a:off x="1439016" y="22223519"/>
            <a:ext cx="5900208" cy="805881"/>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093"/>
              </a:lnSpc>
              <a:buNone/>
            </a:pPr>
            <a:r>
              <a:rPr sz="4244" b="1">
                <a:solidFill>
                  <a:srgbClr val="EAF1FB"/>
                </a:solidFill>
                <a:latin typeface="Georgia Bold"/>
                <a:ea typeface="Georgia Bold"/>
                <a:cs typeface="Georgia Bold"/>
              </a:rPr>
              <a:t>Important Links</a:t>
            </a:r>
          </a:p>
        </p:txBody>
      </p:sp>
      <p:sp>
        <p:nvSpPr>
          <p:cNvPr id="88" name="Freeform 88">
            <a:extLst xmlns:a="http://schemas.openxmlformats.org/drawingml/2006/main">
              <a:ext uri="{FF2B5EF4-FFF2-40B4-BE49-F238E27FC236}">
                <a16:creationId xmlns:a16="http://schemas.microsoft.com/office/drawing/2014/main" id="{564DDCC4-5A12-498F-A991-03D028F1300F}"/>
              </a:ext>
            </a:extLst>
          </p:cNvPr>
          <p:cNvSpPr>
            <a:spLocks xmlns:a="http://schemas.openxmlformats.org/drawingml/2006/main" noGrp="1"/>
          </p:cNvSpPr>
          <p:nvPr/>
        </p:nvSpPr>
        <p:spPr>
          <a:xfrm xmlns:a="http://schemas.openxmlformats.org/drawingml/2006/main" rot="0" flipH="0" flipV="0">
            <a:off x="1115166" y="22347019"/>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FFB81C"/>
          </a:solidFill>
        </p:spPr>
      </p:sp>
      <p:sp>
        <p:nvSpPr>
          <p:cNvPr id="90" name="Freeform 90">
            <a:extLst xmlns:a="http://schemas.openxmlformats.org/drawingml/2006/main">
              <a:ext uri="{FF2B5EF4-FFF2-40B4-BE49-F238E27FC236}">
                <a16:creationId xmlns:a16="http://schemas.microsoft.com/office/drawing/2014/main" id="{67958805-27C1-41C9-9C3F-98825308F289}"/>
              </a:ext>
            </a:extLst>
          </p:cNvPr>
          <p:cNvSpPr>
            <a:spLocks xmlns:a="http://schemas.openxmlformats.org/drawingml/2006/main" noGrp="1"/>
          </p:cNvSpPr>
          <p:nvPr/>
        </p:nvSpPr>
        <p:spPr>
          <a:xfrm xmlns:a="http://schemas.openxmlformats.org/drawingml/2006/main" rot="0" flipH="0" flipV="0">
            <a:off x="1264057" y="23143362"/>
            <a:ext cx="2749254" cy="1185957"/>
          </a:xfrm>
          <a:custGeom xmlns:a="http://schemas.openxmlformats.org/drawingml/2006/main">
            <a:rect l="l" t="t" r="r" b="b"/>
            <a:pathLst>
              <a:path w="3665672" h="1581276">
                <a:moveTo>
                  <a:pt x="0" y="0"/>
                </a:moveTo>
                <a:lnTo>
                  <a:pt x="3665672" y="0"/>
                </a:lnTo>
                <a:lnTo>
                  <a:pt x="3665672" y="1581276"/>
                </a:lnTo>
                <a:lnTo>
                  <a:pt x="0" y="1581276"/>
                </a:lnTo>
                <a:close/>
              </a:path>
            </a:pathLst>
          </a:custGeom>
          <a:blipFill xmlns:a="http://schemas.openxmlformats.org/drawingml/2006/main">
            <a:blip xmlns:r="http://schemas.openxmlformats.org/officeDocument/2006/relationships" r:embed="Rff4c8d78f20a4d72">
              <a:alphaModFix amt="0"/>
            </a:blip>
            <a:stretch>
              <a:fillRect l="-5346" t="0" r="-5346" b="0"/>
            </a:stretch>
          </a:blipFill>
        </p:spPr>
      </p:sp>
      <p:sp>
        <p:nvSpPr>
          <p:cNvPr id="91" name="TextBox 91">
            <a:extLst xmlns:a="http://schemas.openxmlformats.org/drawingml/2006/main">
              <a:ext uri="{FF2B5EF4-FFF2-40B4-BE49-F238E27FC236}">
                <a16:creationId xmlns:a16="http://schemas.microsoft.com/office/drawing/2014/main" id="{8124BC58-3DBD-4C0F-B89E-6FC2E8C2099F}"/>
              </a:ext>
            </a:extLst>
          </p:cNvPr>
          <p:cNvSpPr>
            <a:spLocks xmlns:a="http://schemas.openxmlformats.org/drawingml/2006/main" noGrp="1"/>
          </p:cNvSpPr>
          <p:nvPr/>
        </p:nvSpPr>
        <p:spPr>
          <a:xfrm xmlns:a="http://schemas.openxmlformats.org/drawingml/2006/main" rot="0" flipH="0" flipV="0">
            <a:off x="1264057" y="23136219"/>
            <a:ext cx="2749258" cy="119309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310"/>
              </a:lnSpc>
              <a:buNone/>
            </a:pPr>
            <a:r>
              <a:rPr sz="2759" b="1">
                <a:solidFill>
                  <a:srgbClr val="FFFFFF"/>
                </a:solidFill>
                <a:latin typeface="Georgia Bold"/>
                <a:ea typeface="Georgia Bold"/>
                <a:cs typeface="Georgia Bold"/>
              </a:rPr>
              <a:t>REED-AI</a:t>
            </a:r>
          </a:p>
          <a:p xmlns:a="http://schemas.openxmlformats.org/drawingml/2006/main">
            <a:pPr algn="ctr">
              <a:lnSpc>
                <a:spcPts val="3310"/>
              </a:lnSpc>
              <a:buNone/>
            </a:pPr>
            <a:r>
              <a:rPr sz="2759" b="1">
                <a:solidFill>
                  <a:srgbClr val="FFFFFF"/>
                </a:solidFill>
                <a:latin typeface="Georgia Bold"/>
                <a:ea typeface="Georgia Bold"/>
                <a:cs typeface="Georgia Bold"/>
              </a:rPr>
              <a:t>Call for </a:t>
            </a:r>
            <a:r>
              <a:rPr sz="2759" b="1">
                <a:solidFill>
                  <a:srgbClr val="FFFFFF"/>
                </a:solidFill>
                <a:latin typeface="Georgia Bold"/>
                <a:ea typeface="Georgia Bold"/>
                <a:cs typeface="Georgia Bold"/>
              </a:rPr>
              <a:t>Papers</a:t>
            </a:r>
          </a:p>
        </p:txBody>
      </p:sp>
      <p:sp>
        <p:nvSpPr>
          <p:cNvPr id="93" name="Freeform 93">
            <a:extLst xmlns:a="http://schemas.openxmlformats.org/drawingml/2006/main">
              <a:ext uri="{FF2B5EF4-FFF2-40B4-BE49-F238E27FC236}">
                <a16:creationId xmlns:a16="http://schemas.microsoft.com/office/drawing/2014/main" id="{8A99F78F-C87F-4BF6-9E91-124F162D0BA5}"/>
              </a:ext>
            </a:extLst>
          </p:cNvPr>
          <p:cNvSpPr>
            <a:spLocks xmlns:a="http://schemas.openxmlformats.org/drawingml/2006/main" noGrp="1"/>
          </p:cNvSpPr>
          <p:nvPr/>
        </p:nvSpPr>
        <p:spPr>
          <a:xfrm xmlns:a="http://schemas.openxmlformats.org/drawingml/2006/main" rot="0" flipH="0" flipV="0">
            <a:off x="4705341" y="23143362"/>
            <a:ext cx="2749254" cy="1185957"/>
          </a:xfrm>
          <a:custGeom xmlns:a="http://schemas.openxmlformats.org/drawingml/2006/main">
            <a:rect l="l" t="t" r="r" b="b"/>
            <a:pathLst>
              <a:path w="3665672" h="1581276">
                <a:moveTo>
                  <a:pt x="0" y="0"/>
                </a:moveTo>
                <a:lnTo>
                  <a:pt x="3665672" y="0"/>
                </a:lnTo>
                <a:lnTo>
                  <a:pt x="3665672" y="1581276"/>
                </a:lnTo>
                <a:lnTo>
                  <a:pt x="0" y="1581276"/>
                </a:lnTo>
                <a:close/>
              </a:path>
            </a:pathLst>
          </a:custGeom>
          <a:blipFill xmlns:a="http://schemas.openxmlformats.org/drawingml/2006/main">
            <a:blip xmlns:r="http://schemas.openxmlformats.org/officeDocument/2006/relationships" r:embed="Rff4c8d78f20a4d72">
              <a:alphaModFix amt="0"/>
            </a:blip>
            <a:stretch>
              <a:fillRect l="-5346" t="0" r="-5346" b="0"/>
            </a:stretch>
          </a:blipFill>
        </p:spPr>
      </p:sp>
      <p:sp>
        <p:nvSpPr>
          <p:cNvPr id="94" name="TextBox 94">
            <a:extLst xmlns:a="http://schemas.openxmlformats.org/drawingml/2006/main">
              <a:ext uri="{FF2B5EF4-FFF2-40B4-BE49-F238E27FC236}">
                <a16:creationId xmlns:a16="http://schemas.microsoft.com/office/drawing/2014/main" id="{795895D1-2452-4567-BE31-EAE869CA06A6}"/>
              </a:ext>
            </a:extLst>
          </p:cNvPr>
          <p:cNvSpPr>
            <a:spLocks xmlns:a="http://schemas.openxmlformats.org/drawingml/2006/main" noGrp="1"/>
          </p:cNvSpPr>
          <p:nvPr/>
        </p:nvSpPr>
        <p:spPr>
          <a:xfrm xmlns:a="http://schemas.openxmlformats.org/drawingml/2006/main" rot="0" flipH="0" flipV="0">
            <a:off x="4705341" y="23136219"/>
            <a:ext cx="2749258" cy="119309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310"/>
              </a:lnSpc>
              <a:buNone/>
            </a:pPr>
            <a:r>
              <a:rPr sz="2759" b="1">
                <a:solidFill>
                  <a:srgbClr val="FFFFFF"/>
                </a:solidFill>
                <a:latin typeface="Georgia Bold"/>
                <a:ea typeface="Georgia Bold"/>
                <a:cs typeface="Georgia Bold"/>
              </a:rPr>
              <a:t>Submission Portal</a:t>
            </a:r>
          </a:p>
        </p:txBody>
      </p:sp>
      <p:sp>
        <p:nvSpPr>
          <p:cNvPr id="96" name="Freeform 96">
            <a:extLst xmlns:a="http://schemas.openxmlformats.org/drawingml/2006/main">
              <a:ext uri="{FF2B5EF4-FFF2-40B4-BE49-F238E27FC236}">
                <a16:creationId xmlns:a16="http://schemas.microsoft.com/office/drawing/2014/main" id="{E9AE01FC-016B-4027-A88E-51F49D8E6D3D}"/>
              </a:ext>
            </a:extLst>
          </p:cNvPr>
          <p:cNvSpPr>
            <a:spLocks xmlns:a="http://schemas.openxmlformats.org/drawingml/2006/main" noGrp="1"/>
          </p:cNvSpPr>
          <p:nvPr/>
        </p:nvSpPr>
        <p:spPr>
          <a:xfrm xmlns:a="http://schemas.openxmlformats.org/drawingml/2006/main" rot="0" flipH="0" flipV="0">
            <a:off x="916419" y="28646512"/>
            <a:ext cx="3387182" cy="1215478"/>
          </a:xfrm>
          <a:custGeom xmlns:a="http://schemas.openxmlformats.org/drawingml/2006/main">
            <a:rect l="l" t="t" r="r" b="b"/>
            <a:pathLst>
              <a:path w="4516243" h="1620639">
                <a:moveTo>
                  <a:pt x="0" y="0"/>
                </a:moveTo>
                <a:lnTo>
                  <a:pt x="4516243" y="0"/>
                </a:lnTo>
                <a:lnTo>
                  <a:pt x="4516243" y="1620639"/>
                </a:lnTo>
                <a:lnTo>
                  <a:pt x="0" y="1620639"/>
                </a:lnTo>
                <a:lnTo>
                  <a:pt x="0" y="0"/>
                </a:lnTo>
                <a:close/>
              </a:path>
            </a:pathLst>
          </a:custGeom>
          <a:blipFill xmlns:a="http://schemas.openxmlformats.org/drawingml/2006/main">
            <a:blip xmlns:r="http://schemas.openxmlformats.org/officeDocument/2006/relationships" r:embed="Rcd94266f8dc44d89"/>
            <a:stretch>
              <a:fillRect l="-2567" t="0" r="-121953" b="0"/>
            </a:stretch>
          </a:blipFill>
        </p:spPr>
      </p:sp>
      <p:sp>
        <p:nvSpPr>
          <p:cNvPr id="97" name="Freeform 97">
            <a:extLst xmlns:a="http://schemas.openxmlformats.org/drawingml/2006/main">
              <a:ext uri="{FF2B5EF4-FFF2-40B4-BE49-F238E27FC236}">
                <a16:creationId xmlns:a16="http://schemas.microsoft.com/office/drawing/2014/main" id="{39575EBA-1EC8-402C-B51A-EF41B7F34C9D}"/>
              </a:ext>
            </a:extLst>
          </p:cNvPr>
          <p:cNvSpPr>
            <a:spLocks xmlns:a="http://schemas.openxmlformats.org/drawingml/2006/main" noGrp="1"/>
          </p:cNvSpPr>
          <p:nvPr/>
        </p:nvSpPr>
        <p:spPr>
          <a:xfrm xmlns:a="http://schemas.openxmlformats.org/drawingml/2006/main" rot="0" flipH="0" flipV="0">
            <a:off x="4819668" y="28438539"/>
            <a:ext cx="3432642" cy="1782775"/>
          </a:xfrm>
          <a:custGeom xmlns:a="http://schemas.openxmlformats.org/drawingml/2006/main">
            <a:rect l="l" t="t" r="r" b="b"/>
            <a:pathLst>
              <a:path w="4576857" h="2377035">
                <a:moveTo>
                  <a:pt x="0" y="0"/>
                </a:moveTo>
                <a:lnTo>
                  <a:pt x="4576857" y="0"/>
                </a:lnTo>
                <a:lnTo>
                  <a:pt x="4576857" y="2377035"/>
                </a:lnTo>
                <a:lnTo>
                  <a:pt x="0" y="2377035"/>
                </a:lnTo>
                <a:lnTo>
                  <a:pt x="0" y="0"/>
                </a:lnTo>
                <a:close/>
              </a:path>
            </a:pathLst>
          </a:custGeom>
          <a:blipFill xmlns:a="http://schemas.openxmlformats.org/drawingml/2006/main">
            <a:blip xmlns:r="http://schemas.openxmlformats.org/officeDocument/2006/relationships" r:embed="R8cf0920187f946bd"/>
            <a:stretch>
              <a:fillRect l="-23916" t="0" r="-24471" b="0"/>
            </a:stretch>
          </a:blipFill>
        </p:spPr>
      </p:sp>
      <p:sp>
        <p:nvSpPr>
          <p:cNvPr id="98" name="Freeform 98">
            <a:extLst xmlns:a="http://schemas.openxmlformats.org/drawingml/2006/main">
              <a:ext uri="{FF2B5EF4-FFF2-40B4-BE49-F238E27FC236}">
                <a16:creationId xmlns:a16="http://schemas.microsoft.com/office/drawing/2014/main" id="{BC2F7C3A-449F-4200-A613-B7CEF895108C}"/>
              </a:ext>
            </a:extLst>
          </p:cNvPr>
          <p:cNvSpPr>
            <a:spLocks xmlns:a="http://schemas.openxmlformats.org/drawingml/2006/main" noGrp="1"/>
          </p:cNvSpPr>
          <p:nvPr/>
        </p:nvSpPr>
        <p:spPr>
          <a:xfrm xmlns:a="http://schemas.openxmlformats.org/drawingml/2006/main" rot="0" flipH="0" flipV="0">
            <a:off x="8768376" y="28438539"/>
            <a:ext cx="3074323" cy="1775242"/>
          </a:xfrm>
          <a:custGeom xmlns:a="http://schemas.openxmlformats.org/drawingml/2006/main">
            <a:rect l="l" t="t" r="r" b="b"/>
            <a:pathLst>
              <a:path w="4099098" h="2366990">
                <a:moveTo>
                  <a:pt x="0" y="0"/>
                </a:moveTo>
                <a:lnTo>
                  <a:pt x="4099099" y="0"/>
                </a:lnTo>
                <a:lnTo>
                  <a:pt x="4099099" y="2366990"/>
                </a:lnTo>
                <a:lnTo>
                  <a:pt x="0" y="2366990"/>
                </a:lnTo>
                <a:lnTo>
                  <a:pt x="0" y="0"/>
                </a:lnTo>
                <a:close/>
              </a:path>
            </a:pathLst>
          </a:custGeom>
          <a:blipFill xmlns:a="http://schemas.openxmlformats.org/drawingml/2006/main">
            <a:blip xmlns:r="http://schemas.openxmlformats.org/officeDocument/2006/relationships" r:embed="Rb7f663e21a644920"/>
            <a:stretch>
              <a:fillRect l="-2507" t="0" r="-149" b="0"/>
            </a:stretch>
          </a:blipFill>
        </p:spPr>
      </p:sp>
      <p:sp>
        <p:nvSpPr>
          <p:cNvPr id="99" name="Freeform 99">
            <a:extLst xmlns:a="http://schemas.openxmlformats.org/drawingml/2006/main">
              <a:ext uri="{FF2B5EF4-FFF2-40B4-BE49-F238E27FC236}">
                <a16:creationId xmlns:a16="http://schemas.microsoft.com/office/drawing/2014/main" id="{F5985127-2710-42F8-B20E-7EB3C0668312}"/>
              </a:ext>
            </a:extLst>
          </p:cNvPr>
          <p:cNvSpPr>
            <a:spLocks xmlns:a="http://schemas.openxmlformats.org/drawingml/2006/main" noGrp="1"/>
          </p:cNvSpPr>
          <p:nvPr/>
        </p:nvSpPr>
        <p:spPr>
          <a:xfrm xmlns:a="http://schemas.openxmlformats.org/drawingml/2006/main" rot="0" flipH="0" flipV="0">
            <a:off x="12286611" y="28301147"/>
            <a:ext cx="3509805" cy="2050027"/>
          </a:xfrm>
          <a:custGeom xmlns:a="http://schemas.openxmlformats.org/drawingml/2006/main">
            <a:rect l="l" t="t" r="r" b="b"/>
            <a:pathLst>
              <a:path w="4679740" h="2733370">
                <a:moveTo>
                  <a:pt x="0" y="0"/>
                </a:moveTo>
                <a:lnTo>
                  <a:pt x="4679740" y="0"/>
                </a:lnTo>
                <a:lnTo>
                  <a:pt x="4679740" y="2733370"/>
                </a:lnTo>
                <a:lnTo>
                  <a:pt x="0" y="2733370"/>
                </a:lnTo>
                <a:lnTo>
                  <a:pt x="0" y="0"/>
                </a:lnTo>
                <a:close/>
              </a:path>
            </a:pathLst>
          </a:custGeom>
          <a:blipFill xmlns:a="http://schemas.openxmlformats.org/drawingml/2006/main">
            <a:blip xmlns:r="http://schemas.openxmlformats.org/officeDocument/2006/relationships" r:embed="Rd3015a6757b94ded"/>
            <a:stretch>
              <a:fillRect l="-2567" t="0" r="-2567" b="0"/>
            </a:stretch>
          </a:blipFill>
        </p:spPr>
      </p:sp>
      <p:sp>
        <p:nvSpPr>
          <p:cNvPr id="101" name="Freeform 101">
            <a:extLst xmlns:a="http://schemas.openxmlformats.org/drawingml/2006/main">
              <a:ext uri="{FF2B5EF4-FFF2-40B4-BE49-F238E27FC236}">
                <a16:creationId xmlns:a16="http://schemas.microsoft.com/office/drawing/2014/main" id="{A5F38BB5-CA22-4105-85F9-E1B935B79F1E}"/>
              </a:ext>
            </a:extLst>
          </p:cNvPr>
          <p:cNvSpPr>
            <a:spLocks xmlns:a="http://schemas.openxmlformats.org/drawingml/2006/main" noGrp="1"/>
          </p:cNvSpPr>
          <p:nvPr/>
        </p:nvSpPr>
        <p:spPr>
          <a:xfrm xmlns:a="http://schemas.openxmlformats.org/drawingml/2006/main" rot="0" flipH="0" flipV="0">
            <a:off x="8356418" y="6772208"/>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FFB81C"/>
          </a:solidFill>
        </p:spPr>
      </p:sp>
      <p:sp>
        <p:nvSpPr>
          <p:cNvPr id="103" name="Freeform 103">
            <a:extLst xmlns:a="http://schemas.openxmlformats.org/drawingml/2006/main">
              <a:ext uri="{FF2B5EF4-FFF2-40B4-BE49-F238E27FC236}">
                <a16:creationId xmlns:a16="http://schemas.microsoft.com/office/drawing/2014/main" id="{9483B1B0-EA12-49A1-A410-2CA17BB58F63}"/>
              </a:ext>
            </a:extLst>
          </p:cNvPr>
          <p:cNvSpPr>
            <a:spLocks xmlns:a="http://schemas.openxmlformats.org/drawingml/2006/main" noGrp="1"/>
          </p:cNvSpPr>
          <p:nvPr/>
        </p:nvSpPr>
        <p:spPr>
          <a:xfrm xmlns:a="http://schemas.openxmlformats.org/drawingml/2006/main" rot="0" flipH="0" flipV="0">
            <a:off x="8706814" y="6691351"/>
            <a:ext cx="12263828" cy="781650"/>
          </a:xfrm>
          <a:custGeom xmlns:a="http://schemas.openxmlformats.org/drawingml/2006/main">
            <a:rect l="l" t="t" r="r" b="b"/>
            <a:pathLst>
              <a:path w="16351771" h="1042201">
                <a:moveTo>
                  <a:pt x="0" y="0"/>
                </a:moveTo>
                <a:lnTo>
                  <a:pt x="16351771" y="0"/>
                </a:lnTo>
                <a:lnTo>
                  <a:pt x="16351771" y="1042201"/>
                </a:lnTo>
                <a:lnTo>
                  <a:pt x="0" y="1042201"/>
                </a:lnTo>
                <a:close/>
              </a:path>
            </a:pathLst>
          </a:custGeom>
          <a:blipFill xmlns:a="http://schemas.openxmlformats.org/drawingml/2006/main">
            <a:blip xmlns:r="http://schemas.openxmlformats.org/officeDocument/2006/relationships" r:embed="Rff4c8d78f20a4d72">
              <a:alphaModFix amt="0"/>
            </a:blip>
            <a:stretch>
              <a:fillRect l="0" t="-255713" r="0" b="-255713"/>
            </a:stretch>
          </a:blipFill>
        </p:spPr>
      </p:sp>
      <p:sp>
        <p:nvSpPr>
          <p:cNvPr id="104" name="TextBox 104">
            <a:extLst xmlns:a="http://schemas.openxmlformats.org/drawingml/2006/main">
              <a:ext uri="{FF2B5EF4-FFF2-40B4-BE49-F238E27FC236}">
                <a16:creationId xmlns:a16="http://schemas.microsoft.com/office/drawing/2014/main" id="{476EB95F-218A-47B1-9394-95E987406496}"/>
              </a:ext>
            </a:extLst>
          </p:cNvPr>
          <p:cNvSpPr>
            <a:spLocks xmlns:a="http://schemas.openxmlformats.org/drawingml/2006/main" noGrp="1"/>
          </p:cNvSpPr>
          <p:nvPr/>
        </p:nvSpPr>
        <p:spPr>
          <a:xfrm xmlns:a="http://schemas.openxmlformats.org/drawingml/2006/main" rot="0" flipH="0" flipV="0">
            <a:off x="8706814" y="6684208"/>
            <a:ext cx="12263828" cy="78879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093"/>
              </a:lnSpc>
              <a:buNone/>
            </a:pPr>
            <a:r>
              <a:rPr sz="4244" b="1">
                <a:solidFill>
                  <a:srgbClr val="003594"/>
                </a:solidFill>
                <a:latin typeface="Georgia Bold"/>
                <a:ea typeface="Georgia Bold"/>
                <a:cs typeface="Georgia Bold"/>
              </a:rPr>
              <a:t>Description</a:t>
            </a:r>
          </a:p>
        </p:txBody>
      </p:sp>
      <p:sp>
        <p:nvSpPr>
          <p:cNvPr id="106" name="Freeform 106">
            <a:extLst xmlns:a="http://schemas.openxmlformats.org/drawingml/2006/main">
              <a:ext uri="{FF2B5EF4-FFF2-40B4-BE49-F238E27FC236}">
                <a16:creationId xmlns:a16="http://schemas.microsoft.com/office/drawing/2014/main" id="{AA04F0C1-7D7B-4853-82F9-2DD7CDDB5369}"/>
              </a:ext>
            </a:extLst>
          </p:cNvPr>
          <p:cNvSpPr>
            <a:spLocks xmlns:a="http://schemas.openxmlformats.org/drawingml/2006/main" noGrp="1"/>
          </p:cNvSpPr>
          <p:nvPr/>
        </p:nvSpPr>
        <p:spPr>
          <a:xfrm xmlns:a="http://schemas.openxmlformats.org/drawingml/2006/main" rot="0" flipH="0" flipV="0">
            <a:off x="8706814" y="7419099"/>
            <a:ext cx="12263818" cy="40386"/>
          </a:xfrm>
          <a:custGeom xmlns:a="http://schemas.openxmlformats.org/drawingml/2006/main">
            <a:rect l="l" t="t" r="r" b="b"/>
            <a:pathLst>
              <a:path w="16351758" h="53848">
                <a:moveTo>
                  <a:pt x="0" y="0"/>
                </a:moveTo>
                <a:lnTo>
                  <a:pt x="16351758" y="0"/>
                </a:lnTo>
                <a:lnTo>
                  <a:pt x="16351758" y="53848"/>
                </a:lnTo>
                <a:lnTo>
                  <a:pt x="0" y="53848"/>
                </a:lnTo>
                <a:close/>
              </a:path>
            </a:pathLst>
          </a:custGeom>
          <a:solidFill xmlns:a="http://schemas.openxmlformats.org/drawingml/2006/main">
            <a:srgbClr val="D5DFEA"/>
          </a:solidFill>
        </p:spPr>
      </p:sp>
      <p:sp>
        <p:nvSpPr>
          <p:cNvPr id="108" name="Freeform 108">
            <a:extLst xmlns:a="http://schemas.openxmlformats.org/drawingml/2006/main">
              <a:ext uri="{FF2B5EF4-FFF2-40B4-BE49-F238E27FC236}">
                <a16:creationId xmlns:a16="http://schemas.microsoft.com/office/drawing/2014/main" id="{E332747C-2600-4CE8-BB9C-C1AA10AF7413}"/>
              </a:ext>
            </a:extLst>
          </p:cNvPr>
          <p:cNvSpPr>
            <a:spLocks xmlns:a="http://schemas.openxmlformats.org/drawingml/2006/main" noGrp="1"/>
          </p:cNvSpPr>
          <p:nvPr/>
        </p:nvSpPr>
        <p:spPr>
          <a:xfrm xmlns:a="http://schemas.openxmlformats.org/drawingml/2006/main" rot="0" flipH="0" flipV="0">
            <a:off x="8356418" y="10701566"/>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FFB81C"/>
          </a:solidFill>
        </p:spPr>
      </p:sp>
      <p:sp>
        <p:nvSpPr>
          <p:cNvPr id="110" name="Freeform 110">
            <a:extLst xmlns:a="http://schemas.openxmlformats.org/drawingml/2006/main">
              <a:ext uri="{FF2B5EF4-FFF2-40B4-BE49-F238E27FC236}">
                <a16:creationId xmlns:a16="http://schemas.microsoft.com/office/drawing/2014/main" id="{6E5C74FC-B0B3-487D-8CE5-6833C659F395}"/>
              </a:ext>
            </a:extLst>
          </p:cNvPr>
          <p:cNvSpPr>
            <a:spLocks xmlns:a="http://schemas.openxmlformats.org/drawingml/2006/main" noGrp="1"/>
          </p:cNvSpPr>
          <p:nvPr/>
        </p:nvSpPr>
        <p:spPr>
          <a:xfrm xmlns:a="http://schemas.openxmlformats.org/drawingml/2006/main" rot="0" flipH="0" flipV="0">
            <a:off x="8706814" y="10620708"/>
            <a:ext cx="12263828" cy="781650"/>
          </a:xfrm>
          <a:custGeom xmlns:a="http://schemas.openxmlformats.org/drawingml/2006/main">
            <a:rect l="l" t="t" r="r" b="b"/>
            <a:pathLst>
              <a:path w="16351771" h="1042201">
                <a:moveTo>
                  <a:pt x="0" y="0"/>
                </a:moveTo>
                <a:lnTo>
                  <a:pt x="16351771" y="0"/>
                </a:lnTo>
                <a:lnTo>
                  <a:pt x="16351771" y="1042201"/>
                </a:lnTo>
                <a:lnTo>
                  <a:pt x="0" y="1042201"/>
                </a:lnTo>
                <a:close/>
              </a:path>
            </a:pathLst>
          </a:custGeom>
          <a:blipFill xmlns:a="http://schemas.openxmlformats.org/drawingml/2006/main">
            <a:blip xmlns:r="http://schemas.openxmlformats.org/officeDocument/2006/relationships" r:embed="Rff4c8d78f20a4d72">
              <a:alphaModFix amt="0"/>
            </a:blip>
            <a:stretch>
              <a:fillRect l="0" t="-255713" r="0" b="-255713"/>
            </a:stretch>
          </a:blipFill>
        </p:spPr>
      </p:sp>
      <p:sp>
        <p:nvSpPr>
          <p:cNvPr id="111" name="TextBox 111">
            <a:extLst xmlns:a="http://schemas.openxmlformats.org/drawingml/2006/main">
              <a:ext uri="{FF2B5EF4-FFF2-40B4-BE49-F238E27FC236}">
                <a16:creationId xmlns:a16="http://schemas.microsoft.com/office/drawing/2014/main" id="{F261B982-D135-4B1E-85F0-C6A998E63148}"/>
              </a:ext>
            </a:extLst>
          </p:cNvPr>
          <p:cNvSpPr>
            <a:spLocks xmlns:a="http://schemas.openxmlformats.org/drawingml/2006/main" noGrp="1"/>
          </p:cNvSpPr>
          <p:nvPr/>
        </p:nvSpPr>
        <p:spPr>
          <a:xfrm xmlns:a="http://schemas.openxmlformats.org/drawingml/2006/main" rot="0" flipH="0" flipV="0">
            <a:off x="8706814" y="10613565"/>
            <a:ext cx="12263828" cy="78879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093"/>
              </a:lnSpc>
              <a:buNone/>
            </a:pPr>
            <a:r>
              <a:rPr sz="4244" b="1">
                <a:solidFill>
                  <a:srgbClr val="003594"/>
                </a:solidFill>
                <a:latin typeface="Georgia Bold"/>
                <a:ea typeface="Georgia Bold"/>
                <a:cs typeface="Georgia Bold"/>
              </a:rPr>
              <a:t>Track Topics</a:t>
            </a:r>
          </a:p>
        </p:txBody>
      </p:sp>
      <p:sp>
        <p:nvSpPr>
          <p:cNvPr id="113" name="Freeform 113">
            <a:extLst xmlns:a="http://schemas.openxmlformats.org/drawingml/2006/main">
              <a:ext uri="{FF2B5EF4-FFF2-40B4-BE49-F238E27FC236}">
                <a16:creationId xmlns:a16="http://schemas.microsoft.com/office/drawing/2014/main" id="{1E87B2EE-118E-4CD0-8D26-ADE165FD5402}"/>
              </a:ext>
            </a:extLst>
          </p:cNvPr>
          <p:cNvSpPr>
            <a:spLocks xmlns:a="http://schemas.openxmlformats.org/drawingml/2006/main" noGrp="1"/>
          </p:cNvSpPr>
          <p:nvPr/>
        </p:nvSpPr>
        <p:spPr>
          <a:xfrm xmlns:a="http://schemas.openxmlformats.org/drawingml/2006/main" rot="0" flipH="0" flipV="0">
            <a:off x="8706814" y="11348457"/>
            <a:ext cx="12263818" cy="40386"/>
          </a:xfrm>
          <a:custGeom xmlns:a="http://schemas.openxmlformats.org/drawingml/2006/main">
            <a:rect l="l" t="t" r="r" b="b"/>
            <a:pathLst>
              <a:path w="16351758" h="53848">
                <a:moveTo>
                  <a:pt x="0" y="0"/>
                </a:moveTo>
                <a:lnTo>
                  <a:pt x="16351758" y="0"/>
                </a:lnTo>
                <a:lnTo>
                  <a:pt x="16351758" y="53848"/>
                </a:lnTo>
                <a:lnTo>
                  <a:pt x="0" y="53848"/>
                </a:lnTo>
                <a:close/>
              </a:path>
            </a:pathLst>
          </a:custGeom>
          <a:solidFill xmlns:a="http://schemas.openxmlformats.org/drawingml/2006/main">
            <a:srgbClr val="D5DFEA"/>
          </a:solidFill>
        </p:spPr>
      </p:sp>
      <p:sp>
        <p:nvSpPr>
          <p:cNvPr id="115" name="Freeform 115">
            <a:extLst xmlns:a="http://schemas.openxmlformats.org/drawingml/2006/main">
              <a:ext uri="{FF2B5EF4-FFF2-40B4-BE49-F238E27FC236}">
                <a16:creationId xmlns:a16="http://schemas.microsoft.com/office/drawing/2014/main" id="{89039F61-9105-4FB8-892E-F19ADCBBFE1C}"/>
              </a:ext>
            </a:extLst>
          </p:cNvPr>
          <p:cNvSpPr>
            <a:spLocks xmlns:a="http://schemas.openxmlformats.org/drawingml/2006/main" noGrp="1"/>
          </p:cNvSpPr>
          <p:nvPr/>
        </p:nvSpPr>
        <p:spPr>
          <a:xfrm xmlns:a="http://schemas.openxmlformats.org/drawingml/2006/main" rot="0" flipH="0" flipV="0">
            <a:off x="8679858" y="25068867"/>
            <a:ext cx="2749254" cy="916418"/>
          </a:xfrm>
          <a:custGeom xmlns:a="http://schemas.openxmlformats.org/drawingml/2006/main">
            <a:rect l="l" t="t" r="r" b="b"/>
            <a:pathLst>
              <a:path w="3665672" h="1221891">
                <a:moveTo>
                  <a:pt x="0" y="0"/>
                </a:moveTo>
                <a:lnTo>
                  <a:pt x="3665672" y="0"/>
                </a:lnTo>
                <a:lnTo>
                  <a:pt x="3665672" y="1221891"/>
                </a:lnTo>
                <a:lnTo>
                  <a:pt x="0" y="1221891"/>
                </a:lnTo>
                <a:close/>
              </a:path>
            </a:pathLst>
          </a:custGeom>
          <a:blipFill xmlns:a="http://schemas.openxmlformats.org/drawingml/2006/main">
            <a:blip xmlns:r="http://schemas.openxmlformats.org/officeDocument/2006/relationships" r:embed="Rff4c8d78f20a4d72">
              <a:alphaModFix amt="0"/>
            </a:blip>
            <a:stretch>
              <a:fillRect l="0" t="-8455" r="0" b="-8455"/>
            </a:stretch>
          </a:blipFill>
        </p:spPr>
      </p:sp>
      <p:sp>
        <p:nvSpPr>
          <p:cNvPr id="116" name="TextBox 116">
            <a:extLst xmlns:a="http://schemas.openxmlformats.org/drawingml/2006/main">
              <a:ext uri="{FF2B5EF4-FFF2-40B4-BE49-F238E27FC236}">
                <a16:creationId xmlns:a16="http://schemas.microsoft.com/office/drawing/2014/main" id="{45328143-4AB6-4EC0-BB09-DFDE20147CBC}"/>
              </a:ext>
            </a:extLst>
          </p:cNvPr>
          <p:cNvSpPr>
            <a:spLocks xmlns:a="http://schemas.openxmlformats.org/drawingml/2006/main" noGrp="1"/>
          </p:cNvSpPr>
          <p:nvPr/>
        </p:nvSpPr>
        <p:spPr>
          <a:xfrm xmlns:a="http://schemas.openxmlformats.org/drawingml/2006/main" rot="0" flipH="0" flipV="0">
            <a:off x="8679858" y="25054580"/>
            <a:ext cx="2749258" cy="930706"/>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2801"/>
              </a:lnSpc>
              <a:buNone/>
            </a:pPr>
            <a:r>
              <a:rPr sz="2334">
                <a:solidFill>
                  <a:srgbClr val="FFFFFF"/>
                </a:solidFill>
                <a:latin typeface="Arial"/>
                <a:ea typeface="Arial"/>
                <a:cs typeface="Arial"/>
              </a:rPr>
              <a:t>Double-blind</a:t>
            </a:r>
          </a:p>
          <a:p xmlns:a="http://schemas.openxmlformats.org/drawingml/2006/main">
            <a:pPr algn="ctr">
              <a:lnSpc>
                <a:spcPts val="2801"/>
              </a:lnSpc>
              <a:buNone/>
            </a:pPr>
            <a:r>
              <a:rPr sz="2334">
                <a:solidFill>
                  <a:srgbClr val="FFFFFF"/>
                </a:solidFill>
                <a:latin typeface="Arial"/>
                <a:ea typeface="Arial"/>
                <a:cs typeface="Arial"/>
              </a:rPr>
              <a:t>via Microsoft CMT</a:t>
            </a:r>
          </a:p>
        </p:txBody>
      </p:sp>
      <p:sp>
        <p:nvSpPr>
          <p:cNvPr id="119" name="Freeform 119">
            <a:extLst xmlns:a="http://schemas.openxmlformats.org/drawingml/2006/main">
              <a:ext uri="{FF2B5EF4-FFF2-40B4-BE49-F238E27FC236}">
                <a16:creationId xmlns:a16="http://schemas.microsoft.com/office/drawing/2014/main" id="{C6D40EB7-39BD-4F12-834E-A09FA086DDD2}"/>
              </a:ext>
            </a:extLst>
          </p:cNvPr>
          <p:cNvSpPr>
            <a:spLocks xmlns:a="http://schemas.openxmlformats.org/drawingml/2006/main" noGrp="1"/>
          </p:cNvSpPr>
          <p:nvPr/>
        </p:nvSpPr>
        <p:spPr>
          <a:xfrm xmlns:a="http://schemas.openxmlformats.org/drawingml/2006/main" rot="0" flipH="0" flipV="0">
            <a:off x="8706814" y="21057546"/>
            <a:ext cx="12263827" cy="781650"/>
          </a:xfrm>
          <a:custGeom xmlns:a="http://schemas.openxmlformats.org/drawingml/2006/main">
            <a:rect l="l" t="t" r="r" b="b"/>
            <a:pathLst>
              <a:path w="16351771" h="1042201">
                <a:moveTo>
                  <a:pt x="0" y="0"/>
                </a:moveTo>
                <a:lnTo>
                  <a:pt x="16351771" y="0"/>
                </a:lnTo>
                <a:lnTo>
                  <a:pt x="16351771" y="1042201"/>
                </a:lnTo>
                <a:lnTo>
                  <a:pt x="0" y="1042201"/>
                </a:lnTo>
                <a:close/>
              </a:path>
            </a:pathLst>
          </a:custGeom>
          <a:blipFill xmlns:a="http://schemas.openxmlformats.org/drawingml/2006/main">
            <a:blip xmlns:r="http://schemas.openxmlformats.org/officeDocument/2006/relationships" r:embed="Rff4c8d78f20a4d72">
              <a:alphaModFix amt="0"/>
            </a:blip>
            <a:stretch>
              <a:fillRect l="0" t="-255713" r="0" b="-255713"/>
            </a:stretch>
          </a:blipFill>
        </p:spPr>
      </p:sp>
      <p:sp>
        <p:nvSpPr>
          <p:cNvPr id="120" name="TextBox 120">
            <a:extLst xmlns:a="http://schemas.openxmlformats.org/drawingml/2006/main">
              <a:ext uri="{FF2B5EF4-FFF2-40B4-BE49-F238E27FC236}">
                <a16:creationId xmlns:a16="http://schemas.microsoft.com/office/drawing/2014/main" id="{4A5EE709-E865-4540-8798-1837EFE4D764}"/>
              </a:ext>
            </a:extLst>
          </p:cNvPr>
          <p:cNvSpPr>
            <a:spLocks xmlns:a="http://schemas.openxmlformats.org/drawingml/2006/main" noGrp="1"/>
          </p:cNvSpPr>
          <p:nvPr/>
        </p:nvSpPr>
        <p:spPr>
          <a:xfrm xmlns:a="http://schemas.openxmlformats.org/drawingml/2006/main" rot="0" flipH="0" flipV="0">
            <a:off x="8706814" y="21050403"/>
            <a:ext cx="12263827" cy="788793"/>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5093"/>
              </a:lnSpc>
              <a:buNone/>
            </a:pPr>
            <a:r>
              <a:rPr sz="4244" b="1">
                <a:solidFill>
                  <a:srgbClr val="003594"/>
                </a:solidFill>
                <a:latin typeface="Georgia Bold"/>
                <a:ea typeface="Georgia Bold"/>
                <a:cs typeface="Georgia Bold"/>
              </a:rPr>
              <a:t>Submission Information &amp; Instructions</a:t>
            </a:r>
          </a:p>
        </p:txBody>
      </p:sp>
      <p:sp>
        <p:nvSpPr>
          <p:cNvPr id="122" name="Freeform 122">
            <a:extLst xmlns:a="http://schemas.openxmlformats.org/drawingml/2006/main">
              <a:ext uri="{FF2B5EF4-FFF2-40B4-BE49-F238E27FC236}">
                <a16:creationId xmlns:a16="http://schemas.microsoft.com/office/drawing/2014/main" id="{9C7D3113-F3A9-4732-9EFC-D10F47FB0B0F}"/>
              </a:ext>
            </a:extLst>
          </p:cNvPr>
          <p:cNvSpPr>
            <a:spLocks xmlns:a="http://schemas.openxmlformats.org/drawingml/2006/main" noGrp="1"/>
          </p:cNvSpPr>
          <p:nvPr/>
        </p:nvSpPr>
        <p:spPr>
          <a:xfrm xmlns:a="http://schemas.openxmlformats.org/drawingml/2006/main" rot="0" flipH="0" flipV="0">
            <a:off x="8706814" y="21785294"/>
            <a:ext cx="12263818" cy="40385"/>
          </a:xfrm>
          <a:custGeom xmlns:a="http://schemas.openxmlformats.org/drawingml/2006/main">
            <a:rect l="l" t="t" r="r" b="b"/>
            <a:pathLst>
              <a:path w="16351758" h="53848">
                <a:moveTo>
                  <a:pt x="0" y="0"/>
                </a:moveTo>
                <a:lnTo>
                  <a:pt x="16351758" y="0"/>
                </a:lnTo>
                <a:lnTo>
                  <a:pt x="16351758" y="53848"/>
                </a:lnTo>
                <a:lnTo>
                  <a:pt x="0" y="53848"/>
                </a:lnTo>
                <a:close/>
              </a:path>
            </a:pathLst>
          </a:custGeom>
          <a:solidFill xmlns:a="http://schemas.openxmlformats.org/drawingml/2006/main">
            <a:srgbClr val="D5DFEA"/>
          </a:solidFill>
        </p:spPr>
      </p:sp>
      <p:sp>
        <p:nvSpPr>
          <p:cNvPr id="124" name="Freeform 124">
            <a:extLst xmlns:a="http://schemas.openxmlformats.org/drawingml/2006/main">
              <a:ext uri="{FF2B5EF4-FFF2-40B4-BE49-F238E27FC236}">
                <a16:creationId xmlns:a16="http://schemas.microsoft.com/office/drawing/2014/main" id="{4DE2FC19-C7A8-4F8E-BB5F-4044116D1BAA}"/>
              </a:ext>
            </a:extLst>
          </p:cNvPr>
          <p:cNvSpPr>
            <a:spLocks xmlns:a="http://schemas.openxmlformats.org/drawingml/2006/main" noGrp="1"/>
          </p:cNvSpPr>
          <p:nvPr/>
        </p:nvSpPr>
        <p:spPr>
          <a:xfrm xmlns:a="http://schemas.openxmlformats.org/drawingml/2006/main" rot="0" flipH="0" flipV="0">
            <a:off x="8356418" y="21138413"/>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FFB81C"/>
          </a:solidFill>
        </p:spPr>
      </p:sp>
      <p:sp>
        <p:nvSpPr>
          <p:cNvPr id="126" name="Freeform 126">
            <a:extLst xmlns:a="http://schemas.openxmlformats.org/drawingml/2006/main">
              <a:ext uri="{FF2B5EF4-FFF2-40B4-BE49-F238E27FC236}">
                <a16:creationId xmlns:a16="http://schemas.microsoft.com/office/drawing/2014/main" id="{9FF0F846-CE7E-4311-A56A-757DD64D68DD}"/>
              </a:ext>
            </a:extLst>
          </p:cNvPr>
          <p:cNvSpPr>
            <a:spLocks xmlns:a="http://schemas.openxmlformats.org/drawingml/2006/main" noGrp="1"/>
          </p:cNvSpPr>
          <p:nvPr/>
        </p:nvSpPr>
        <p:spPr>
          <a:xfrm xmlns:a="http://schemas.openxmlformats.org/drawingml/2006/main" rot="0" flipH="0" flipV="0">
            <a:off x="8356418" y="22095256"/>
            <a:ext cx="12359758" cy="5417629"/>
          </a:xfrm>
          <a:custGeom xmlns:a="http://schemas.openxmlformats.org/drawingml/2006/main">
            <a:rect l="l" t="t" r="r" b="b"/>
            <a:pathLst>
              <a:path w="16479678" h="7223506">
                <a:moveTo>
                  <a:pt x="0" y="433451"/>
                </a:moveTo>
                <a:cubicBezTo>
                  <a:pt x="0" y="194056"/>
                  <a:pt x="189736" y="0"/>
                  <a:pt x="423801" y="0"/>
                </a:cubicBezTo>
                <a:lnTo>
                  <a:pt x="16055876" y="0"/>
                </a:lnTo>
                <a:cubicBezTo>
                  <a:pt x="16289941" y="0"/>
                  <a:pt x="16479678" y="194056"/>
                  <a:pt x="16479678" y="433451"/>
                </a:cubicBezTo>
                <a:lnTo>
                  <a:pt x="16479678" y="6790055"/>
                </a:lnTo>
                <a:cubicBezTo>
                  <a:pt x="16479678" y="7029450"/>
                  <a:pt x="16289941" y="7223506"/>
                  <a:pt x="16055876" y="7223506"/>
                </a:cubicBezTo>
                <a:lnTo>
                  <a:pt x="423801" y="7223506"/>
                </a:lnTo>
                <a:cubicBezTo>
                  <a:pt x="189736" y="7223506"/>
                  <a:pt x="0" y="7029450"/>
                  <a:pt x="0" y="6790055"/>
                </a:cubicBezTo>
                <a:close/>
              </a:path>
            </a:pathLst>
          </a:custGeom>
          <a:solidFill xmlns:a="http://schemas.openxmlformats.org/drawingml/2006/main">
            <a:srgbClr val="EAF1FB"/>
          </a:solidFill>
          <a:ln xmlns:a="http://schemas.openxmlformats.org/drawingml/2006/main" w="26953">
            <a:solidFill>
              <a:srgbClr val="D5DFEA"/>
            </a:solidFill>
            <a:prstDash val="solid"/>
          </a:ln>
        </p:spPr>
      </p:sp>
      <p:sp>
        <p:nvSpPr>
          <p:cNvPr id="128" name="Freeform 128">
            <a:extLst xmlns:a="http://schemas.openxmlformats.org/drawingml/2006/main">
              <a:ext uri="{FF2B5EF4-FFF2-40B4-BE49-F238E27FC236}">
                <a16:creationId xmlns:a16="http://schemas.microsoft.com/office/drawing/2014/main" id="{76035AEC-E1D2-4C85-AA55-FFA772132A3C}"/>
              </a:ext>
            </a:extLst>
          </p:cNvPr>
          <p:cNvSpPr>
            <a:spLocks xmlns:a="http://schemas.openxmlformats.org/drawingml/2006/main" noGrp="1"/>
          </p:cNvSpPr>
          <p:nvPr/>
        </p:nvSpPr>
        <p:spPr>
          <a:xfrm xmlns:a="http://schemas.openxmlformats.org/drawingml/2006/main" rot="0" flipH="0" flipV="0">
            <a:off x="8356418" y="22108734"/>
            <a:ext cx="3396138" cy="5390673"/>
          </a:xfrm>
          <a:custGeom xmlns:a="http://schemas.openxmlformats.org/drawingml/2006/main">
            <a:rect l="l" t="t" r="r" b="b"/>
            <a:pathLst>
              <a:path w="4528185" h="7187565">
                <a:moveTo>
                  <a:pt x="0" y="431292"/>
                </a:moveTo>
                <a:cubicBezTo>
                  <a:pt x="0" y="193040"/>
                  <a:pt x="193040" y="0"/>
                  <a:pt x="431292" y="0"/>
                </a:cubicBezTo>
                <a:lnTo>
                  <a:pt x="4096893" y="0"/>
                </a:lnTo>
                <a:cubicBezTo>
                  <a:pt x="4335018" y="0"/>
                  <a:pt x="4528185" y="193040"/>
                  <a:pt x="4528185" y="431292"/>
                </a:cubicBezTo>
                <a:lnTo>
                  <a:pt x="4528185" y="6756273"/>
                </a:lnTo>
                <a:cubicBezTo>
                  <a:pt x="4528185" y="6994398"/>
                  <a:pt x="4335145" y="7187565"/>
                  <a:pt x="4096893" y="7187565"/>
                </a:cubicBezTo>
                <a:lnTo>
                  <a:pt x="431292" y="7187565"/>
                </a:lnTo>
                <a:cubicBezTo>
                  <a:pt x="193040" y="7187565"/>
                  <a:pt x="0" y="6994525"/>
                  <a:pt x="0" y="6756273"/>
                </a:cubicBezTo>
                <a:close/>
              </a:path>
            </a:pathLst>
          </a:custGeom>
          <a:solidFill xmlns:a="http://schemas.openxmlformats.org/drawingml/2006/main">
            <a:srgbClr val="003594"/>
          </a:solidFill>
        </p:spPr>
      </p:sp>
      <p:sp>
        <p:nvSpPr>
          <p:cNvPr id="130" name="Freeform 130">
            <a:extLst xmlns:a="http://schemas.openxmlformats.org/drawingml/2006/main">
              <a:ext uri="{FF2B5EF4-FFF2-40B4-BE49-F238E27FC236}">
                <a16:creationId xmlns:a16="http://schemas.microsoft.com/office/drawing/2014/main" id="{04B36E7A-F503-4C53-A5D4-5467DAA43E65}"/>
              </a:ext>
            </a:extLst>
          </p:cNvPr>
          <p:cNvSpPr>
            <a:spLocks xmlns:a="http://schemas.openxmlformats.org/drawingml/2006/main" noGrp="1"/>
          </p:cNvSpPr>
          <p:nvPr/>
        </p:nvSpPr>
        <p:spPr>
          <a:xfrm xmlns:a="http://schemas.openxmlformats.org/drawingml/2006/main" rot="0" flipH="0" flipV="0">
            <a:off x="8679858" y="22647801"/>
            <a:ext cx="2749253" cy="1185952"/>
          </a:xfrm>
          <a:custGeom xmlns:a="http://schemas.openxmlformats.org/drawingml/2006/main">
            <a:rect l="l" t="t" r="r" b="b"/>
            <a:pathLst>
              <a:path w="3665672" h="1581270">
                <a:moveTo>
                  <a:pt x="0" y="0"/>
                </a:moveTo>
                <a:lnTo>
                  <a:pt x="3665672" y="0"/>
                </a:lnTo>
                <a:lnTo>
                  <a:pt x="3665672" y="1581270"/>
                </a:lnTo>
                <a:lnTo>
                  <a:pt x="0" y="1581270"/>
                </a:lnTo>
                <a:close/>
              </a:path>
            </a:pathLst>
          </a:custGeom>
          <a:blipFill xmlns:a="http://schemas.openxmlformats.org/drawingml/2006/main">
            <a:blip xmlns:r="http://schemas.openxmlformats.org/officeDocument/2006/relationships" r:embed="Rff4c8d78f20a4d72">
              <a:alphaModFix amt="0"/>
            </a:blip>
            <a:stretch>
              <a:fillRect l="-5346" t="0" r="-5346" b="0"/>
            </a:stretch>
          </a:blipFill>
        </p:spPr>
      </p:sp>
      <p:sp>
        <p:nvSpPr>
          <p:cNvPr id="131" name="TextBox 131">
            <a:extLst xmlns:a="http://schemas.openxmlformats.org/drawingml/2006/main">
              <a:ext uri="{FF2B5EF4-FFF2-40B4-BE49-F238E27FC236}">
                <a16:creationId xmlns:a16="http://schemas.microsoft.com/office/drawing/2014/main" id="{10E5E47E-F929-40C2-8AAF-FCC432B18ECC}"/>
              </a:ext>
            </a:extLst>
          </p:cNvPr>
          <p:cNvSpPr>
            <a:spLocks xmlns:a="http://schemas.openxmlformats.org/drawingml/2006/main" noGrp="1"/>
          </p:cNvSpPr>
          <p:nvPr/>
        </p:nvSpPr>
        <p:spPr>
          <a:xfrm xmlns:a="http://schemas.openxmlformats.org/drawingml/2006/main" rot="0" flipH="0" flipV="0">
            <a:off x="8679858" y="22640658"/>
            <a:ext cx="2749257" cy="1193091"/>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3310"/>
              </a:lnSpc>
              <a:buNone/>
            </a:pPr>
            <a:r>
              <a:rPr sz="2759" b="1">
                <a:solidFill>
                  <a:srgbClr val="FFFFFF"/>
                </a:solidFill>
                <a:latin typeface="Georgia Bold"/>
                <a:ea typeface="Georgia Bold"/>
                <a:cs typeface="Georgia Bold"/>
              </a:rPr>
              <a:t>Paper</a:t>
            </a:r>
          </a:p>
          <a:p xmlns:a="http://schemas.openxmlformats.org/drawingml/2006/main">
            <a:pPr algn="ctr">
              <a:lnSpc>
                <a:spcPts val="3310"/>
              </a:lnSpc>
              <a:buNone/>
            </a:pPr>
            <a:r>
              <a:rPr sz="2759" b="1">
                <a:solidFill>
                  <a:srgbClr val="FFFFFF"/>
                </a:solidFill>
                <a:latin typeface="Georgia Bold"/>
                <a:ea typeface="Georgia Bold"/>
                <a:cs typeface="Georgia Bold"/>
              </a:rPr>
              <a:t>Submission</a:t>
            </a:r>
          </a:p>
        </p:txBody>
      </p:sp>
      <p:sp>
        <p:nvSpPr>
          <p:cNvPr id="133" name="Freeform 133">
            <a:extLst xmlns:a="http://schemas.openxmlformats.org/drawingml/2006/main">
              <a:ext uri="{FF2B5EF4-FFF2-40B4-BE49-F238E27FC236}">
                <a16:creationId xmlns:a16="http://schemas.microsoft.com/office/drawing/2014/main" id="{8BBBE1DF-E5B6-4DD1-B3D0-596F1F576AEF}"/>
              </a:ext>
            </a:extLst>
          </p:cNvPr>
          <p:cNvSpPr>
            <a:spLocks xmlns:a="http://schemas.openxmlformats.org/drawingml/2006/main" noGrp="1"/>
          </p:cNvSpPr>
          <p:nvPr/>
        </p:nvSpPr>
        <p:spPr>
          <a:xfrm xmlns:a="http://schemas.openxmlformats.org/drawingml/2006/main" rot="0" flipH="0" flipV="0">
            <a:off x="8625946" y="24103288"/>
            <a:ext cx="2857067" cy="1671114"/>
          </a:xfrm>
          <a:custGeom xmlns:a="http://schemas.openxmlformats.org/drawingml/2006/main">
            <a:rect l="l" t="t" r="r" b="b"/>
            <a:pathLst>
              <a:path w="3809423" h="2228153">
                <a:moveTo>
                  <a:pt x="0" y="0"/>
                </a:moveTo>
                <a:lnTo>
                  <a:pt x="3809423" y="0"/>
                </a:lnTo>
                <a:lnTo>
                  <a:pt x="3809423" y="2228153"/>
                </a:lnTo>
                <a:lnTo>
                  <a:pt x="0" y="2228153"/>
                </a:lnTo>
                <a:close/>
              </a:path>
            </a:pathLst>
          </a:custGeom>
          <a:blipFill xmlns:a="http://schemas.openxmlformats.org/drawingml/2006/main">
            <a:blip xmlns:r="http://schemas.openxmlformats.org/officeDocument/2006/relationships" r:embed="Rff4c8d78f20a4d72">
              <a:alphaModFix amt="0"/>
            </a:blip>
            <a:stretch>
              <a:fillRect l="-25045" t="0" r="-25045" b="0"/>
            </a:stretch>
          </a:blipFill>
        </p:spPr>
      </p:sp>
      <p:sp>
        <p:nvSpPr>
          <p:cNvPr id="134" name="TextBox 134">
            <a:extLst xmlns:a="http://schemas.openxmlformats.org/drawingml/2006/main">
              <a:ext uri="{FF2B5EF4-FFF2-40B4-BE49-F238E27FC236}">
                <a16:creationId xmlns:a16="http://schemas.microsoft.com/office/drawing/2014/main" id="{24FAE412-A2D7-4B49-9EFA-4995B98DAB8C}"/>
              </a:ext>
            </a:extLst>
          </p:cNvPr>
          <p:cNvSpPr>
            <a:spLocks xmlns:a="http://schemas.openxmlformats.org/drawingml/2006/main" noGrp="1"/>
          </p:cNvSpPr>
          <p:nvPr/>
        </p:nvSpPr>
        <p:spPr>
          <a:xfrm xmlns:a="http://schemas.openxmlformats.org/drawingml/2006/main" rot="0" flipH="0" flipV="0">
            <a:off x="8625946" y="24146150"/>
            <a:ext cx="2857070" cy="1628251"/>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ctr">
              <a:lnSpc>
                <a:spcPts val="6417"/>
              </a:lnSpc>
              <a:buNone/>
            </a:pPr>
            <a:r>
              <a:rPr sz="5942" b="1">
                <a:solidFill>
                  <a:srgbClr val="FFB81C"/>
                </a:solidFill>
                <a:latin typeface="Georgia Bold"/>
                <a:ea typeface="Georgia Bold"/>
                <a:cs typeface="Georgia Bold"/>
              </a:rPr>
              <a:t>Oct 31</a:t>
            </a:r>
          </a:p>
          <a:p xmlns:a="http://schemas.openxmlformats.org/drawingml/2006/main">
            <a:pPr algn="ctr">
              <a:lnSpc>
                <a:spcPts val="6417"/>
              </a:lnSpc>
              <a:buNone/>
            </a:pPr>
            <a:r>
              <a:rPr sz="5942" b="1">
                <a:solidFill>
                  <a:srgbClr val="FFB81C"/>
                </a:solidFill>
                <a:latin typeface="Georgia Bold"/>
                <a:ea typeface="Georgia Bold"/>
                <a:cs typeface="Georgia Bold"/>
              </a:rPr>
              <a:t>2026</a:t>
            </a:r>
          </a:p>
        </p:txBody>
      </p:sp>
      <p:sp>
        <p:nvSpPr>
          <p:cNvPr id="135" name="TextBox 135">
            <a:extLst xmlns:a="http://schemas.openxmlformats.org/drawingml/2006/main">
              <a:ext uri="{FF2B5EF4-FFF2-40B4-BE49-F238E27FC236}">
                <a16:creationId xmlns:a16="http://schemas.microsoft.com/office/drawing/2014/main" id="{FD00E08E-E429-42C4-931D-1A320CDD4BAB}"/>
              </a:ext>
            </a:extLst>
          </p:cNvPr>
          <p:cNvSpPr>
            <a:spLocks xmlns:a="http://schemas.openxmlformats.org/drawingml/2006/main" noGrp="1"/>
          </p:cNvSpPr>
          <p:nvPr/>
        </p:nvSpPr>
        <p:spPr>
          <a:xfrm xmlns:a="http://schemas.openxmlformats.org/drawingml/2006/main" rot="0" flipH="0" flipV="0">
            <a:off x="12183810" y="22532844"/>
            <a:ext cx="8301665" cy="446484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937"/>
              </a:lnSpc>
              <a:buNone/>
            </a:pPr>
            <a:r>
              <a:rPr sz="2448" b="1">
                <a:solidFill>
                  <a:srgbClr val="17233A"/>
                </a:solidFill>
                <a:latin typeface="Arial Bold"/>
                <a:ea typeface="Arial Bold"/>
                <a:cs typeface="Arial Bold"/>
              </a:rPr>
              <a:t>- Format: </a:t>
            </a:r>
            <a:r>
              <a:rPr sz="2448">
                <a:solidFill>
                  <a:srgbClr val="17233A"/>
                </a:solidFill>
                <a:latin typeface="Arial"/>
                <a:ea typeface="Arial"/>
                <a:cs typeface="Arial"/>
              </a:rPr>
              <a:t>PDF, 2-column ACM sigconf template</a:t>
            </a:r>
          </a:p>
          <a:p xmlns:a="http://schemas.openxmlformats.org/drawingml/2006/main">
            <a:pPr algn="l">
              <a:lnSpc>
                <a:spcPts val="2937"/>
              </a:lnSpc>
              <a:buNone/>
            </a:pPr>
          </a:p>
          <a:p xmlns:a="http://schemas.openxmlformats.org/drawingml/2006/main">
            <a:pPr algn="l">
              <a:lnSpc>
                <a:spcPts val="2937"/>
              </a:lnSpc>
              <a:buNone/>
            </a:pPr>
            <a:r>
              <a:rPr sz="2448" b="1">
                <a:solidFill>
                  <a:srgbClr val="17233A"/>
                </a:solidFill>
                <a:latin typeface="Arial Bold"/>
                <a:ea typeface="Arial Bold"/>
                <a:cs typeface="Arial Bold"/>
              </a:rPr>
              <a:t>- Length: </a:t>
            </a:r>
            <a:r>
              <a:rPr sz="2448">
                <a:solidFill>
                  <a:srgbClr val="17233A"/>
                </a:solidFill>
                <a:latin typeface="Arial"/>
                <a:ea typeface="Arial"/>
                <a:cs typeface="Arial"/>
              </a:rPr>
              <a:t>up to 9 pages, including appendix</a:t>
            </a:r>
          </a:p>
          <a:p xmlns:a="http://schemas.openxmlformats.org/drawingml/2006/main">
            <a:pPr algn="l">
              <a:lnSpc>
                <a:spcPts val="2937"/>
              </a:lnSpc>
              <a:buNone/>
            </a:pPr>
          </a:p>
          <a:p xmlns:a="http://schemas.openxmlformats.org/drawingml/2006/main">
            <a:pPr algn="l">
              <a:lnSpc>
                <a:spcPts val="2937"/>
              </a:lnSpc>
              <a:buNone/>
            </a:pPr>
            <a:r>
              <a:rPr sz="2448" b="1">
                <a:solidFill>
                  <a:srgbClr val="17233A"/>
                </a:solidFill>
                <a:latin typeface="Arial Bold"/>
                <a:ea typeface="Arial Bold"/>
                <a:cs typeface="Arial Bold"/>
              </a:rPr>
              <a:t>- </a:t>
            </a:r>
            <a:r>
              <a:rPr sz="2448">
                <a:solidFill>
                  <a:srgbClr val="17233A"/>
                </a:solidFill>
                <a:latin typeface="Arial"/>
                <a:ea typeface="Arial"/>
                <a:cs typeface="Arial"/>
              </a:rPr>
              <a:t>Unlimited additional pages for references and the required GenAI Usage Disclosure</a:t>
            </a:r>
          </a:p>
          <a:p xmlns:a="http://schemas.openxmlformats.org/drawingml/2006/main">
            <a:pPr algn="l">
              <a:lnSpc>
                <a:spcPts val="2937"/>
              </a:lnSpc>
              <a:buNone/>
            </a:pPr>
          </a:p>
          <a:p xmlns:a="http://schemas.openxmlformats.org/drawingml/2006/main">
            <a:pPr algn="l">
              <a:lnSpc>
                <a:spcPts val="2937"/>
              </a:lnSpc>
              <a:buNone/>
            </a:pPr>
            <a:r>
              <a:rPr sz="2448" b="1">
                <a:solidFill>
                  <a:srgbClr val="17233A"/>
                </a:solidFill>
                <a:latin typeface="Arial Bold"/>
                <a:ea typeface="Arial Bold"/>
                <a:cs typeface="Arial Bold"/>
              </a:rPr>
              <a:t>- </a:t>
            </a:r>
            <a:r>
              <a:rPr sz="2448">
                <a:solidFill>
                  <a:srgbClr val="17233A"/>
                </a:solidFill>
                <a:latin typeface="Arial"/>
                <a:ea typeface="Arial"/>
                <a:cs typeface="Arial"/>
              </a:rPr>
              <a:t>Remove author names, affiliations, identifying metadata, and obvious self-references</a:t>
            </a:r>
          </a:p>
          <a:p xmlns:a="http://schemas.openxmlformats.org/drawingml/2006/main">
            <a:pPr algn="l">
              <a:lnSpc>
                <a:spcPts val="2937"/>
              </a:lnSpc>
              <a:buNone/>
            </a:pPr>
          </a:p>
          <a:p xmlns:a="http://schemas.openxmlformats.org/drawingml/2006/main">
            <a:pPr algn="l">
              <a:lnSpc>
                <a:spcPts val="2937"/>
              </a:lnSpc>
              <a:buNone/>
            </a:pPr>
            <a:r>
              <a:rPr sz="2448" b="1">
                <a:solidFill>
                  <a:srgbClr val="17233A"/>
                </a:solidFill>
                <a:latin typeface="Arial Bold"/>
                <a:ea typeface="Arial Bold"/>
                <a:cs typeface="Arial Bold"/>
              </a:rPr>
              <a:t>- </a:t>
            </a:r>
            <a:r>
              <a:rPr sz="2448">
                <a:solidFill>
                  <a:srgbClr val="17233A"/>
                </a:solidFill>
                <a:latin typeface="Arial"/>
                <a:ea typeface="Arial"/>
                <a:cs typeface="Arial"/>
              </a:rPr>
              <a:t>Accepted papers: ACM Digital Library; indexed in EI Compendex and Scopus</a:t>
            </a:r>
          </a:p>
        </p:txBody>
      </p:sp>
      <p:sp>
        <p:nvSpPr>
          <p:cNvPr id="136" name="TextBox 136">
            <a:extLst xmlns:a="http://schemas.openxmlformats.org/drawingml/2006/main">
              <a:ext uri="{FF2B5EF4-FFF2-40B4-BE49-F238E27FC236}">
                <a16:creationId xmlns:a16="http://schemas.microsoft.com/office/drawing/2014/main" id="{E68DB3B7-1C85-447E-8D7B-D4AD933F7AD6}"/>
              </a:ext>
            </a:extLst>
          </p:cNvPr>
          <p:cNvSpPr>
            <a:spLocks xmlns:a="http://schemas.openxmlformats.org/drawingml/2006/main" noGrp="1"/>
          </p:cNvSpPr>
          <p:nvPr/>
        </p:nvSpPr>
        <p:spPr>
          <a:xfrm xmlns:a="http://schemas.openxmlformats.org/drawingml/2006/main" rot="0" flipH="0" flipV="0">
            <a:off x="12183810" y="25760114"/>
            <a:ext cx="8301665" cy="35978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781"/>
              </a:lnSpc>
              <a:buNone/>
            </a:pPr>
          </a:p>
        </p:txBody>
      </p:sp>
      <p:sp>
        <p:nvSpPr>
          <p:cNvPr id="139" name="Freeform 139">
            <a:extLst xmlns:a="http://schemas.openxmlformats.org/drawingml/2006/main">
              <a:ext uri="{FF2B5EF4-FFF2-40B4-BE49-F238E27FC236}">
                <a16:creationId xmlns:a16="http://schemas.microsoft.com/office/drawing/2014/main" id="{71A20371-3C28-4182-868E-CFC069F8A001}"/>
              </a:ext>
            </a:extLst>
          </p:cNvPr>
          <p:cNvSpPr>
            <a:spLocks xmlns:a="http://schemas.openxmlformats.org/drawingml/2006/main" noGrp="1"/>
          </p:cNvSpPr>
          <p:nvPr/>
        </p:nvSpPr>
        <p:spPr>
          <a:xfrm xmlns:a="http://schemas.openxmlformats.org/drawingml/2006/main" rot="0" flipH="0" flipV="0">
            <a:off x="15069168" y="347511"/>
            <a:ext cx="6735241" cy="1299065"/>
          </a:xfrm>
          <a:custGeom xmlns:a="http://schemas.openxmlformats.org/drawingml/2006/main">
            <a:rect l="l" t="t" r="r" b="b"/>
            <a:pathLst>
              <a:path w="853349" h="164590">
                <a:moveTo>
                  <a:pt x="31036" y="0"/>
                </a:moveTo>
                <a:lnTo>
                  <a:pt x="822313" y="0"/>
                </a:lnTo>
                <a:cubicBezTo>
                  <a:pt x="830544" y="0"/>
                  <a:pt x="838438" y="3270"/>
                  <a:pt x="844259" y="9090"/>
                </a:cubicBezTo>
                <a:cubicBezTo>
                  <a:pt x="850079" y="14910"/>
                  <a:pt x="853349" y="22804"/>
                  <a:pt x="853349" y="31036"/>
                </a:cubicBezTo>
                <a:lnTo>
                  <a:pt x="853349" y="133555"/>
                </a:lnTo>
                <a:cubicBezTo>
                  <a:pt x="853349" y="141786"/>
                  <a:pt x="850079" y="149680"/>
                  <a:pt x="844259" y="155500"/>
                </a:cubicBezTo>
                <a:cubicBezTo>
                  <a:pt x="838438" y="161321"/>
                  <a:pt x="830544" y="164590"/>
                  <a:pt x="822313" y="164590"/>
                </a:cubicBezTo>
                <a:lnTo>
                  <a:pt x="31036" y="164590"/>
                </a:lnTo>
                <a:cubicBezTo>
                  <a:pt x="22804" y="164590"/>
                  <a:pt x="14910" y="161321"/>
                  <a:pt x="9090" y="155500"/>
                </a:cubicBezTo>
                <a:cubicBezTo>
                  <a:pt x="3270" y="149680"/>
                  <a:pt x="0" y="141786"/>
                  <a:pt x="0" y="133555"/>
                </a:cubicBezTo>
                <a:lnTo>
                  <a:pt x="0" y="31036"/>
                </a:lnTo>
                <a:cubicBezTo>
                  <a:pt x="0" y="22804"/>
                  <a:pt x="3270" y="14910"/>
                  <a:pt x="9090" y="9090"/>
                </a:cubicBezTo>
                <a:cubicBezTo>
                  <a:pt x="14910" y="3270"/>
                  <a:pt x="22804" y="0"/>
                  <a:pt x="31036" y="0"/>
                </a:cubicBezTo>
                <a:close/>
              </a:path>
            </a:pathLst>
          </a:custGeom>
          <a:solidFill xmlns:a="http://schemas.openxmlformats.org/drawingml/2006/main">
            <a:srgbClr val="FFFFFF"/>
          </a:solidFill>
        </p:spPr>
      </p:sp>
      <p:sp>
        <p:nvSpPr>
          <p:cNvPr id="140" name="TextBox 140">
            <a:extLst xmlns:a="http://schemas.openxmlformats.org/drawingml/2006/main">
              <a:ext uri="{FF2B5EF4-FFF2-40B4-BE49-F238E27FC236}">
                <a16:creationId xmlns:a16="http://schemas.microsoft.com/office/drawing/2014/main" id="{BD0301F7-5D62-416B-886D-7344D3EEA92E}"/>
              </a:ext>
            </a:extLst>
          </p:cNvPr>
          <p:cNvSpPr>
            <a:spLocks xmlns:a="http://schemas.openxmlformats.org/drawingml/2006/main" noGrp="1"/>
          </p:cNvSpPr>
          <p:nvPr/>
        </p:nvSpPr>
        <p:spPr>
          <a:xfrm xmlns:a="http://schemas.openxmlformats.org/drawingml/2006/main" rot="0" flipH="0" flipV="0">
            <a:off x="15069168" y="197155"/>
            <a:ext cx="6735241" cy="1449421"/>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426"/>
              </a:lnSpc>
              <a:buNone/>
            </a:pPr>
          </a:p>
        </p:txBody>
      </p:sp>
      <p:sp>
        <p:nvSpPr>
          <p:cNvPr id="141" name="Freeform 141">
            <a:extLst xmlns:a="http://schemas.openxmlformats.org/drawingml/2006/main">
              <a:ext uri="{FF2B5EF4-FFF2-40B4-BE49-F238E27FC236}">
                <a16:creationId xmlns:a16="http://schemas.microsoft.com/office/drawing/2014/main" id="{415E270F-9220-444D-8523-523267944699}"/>
              </a:ext>
            </a:extLst>
          </p:cNvPr>
          <p:cNvSpPr>
            <a:spLocks xmlns:a="http://schemas.openxmlformats.org/drawingml/2006/main" noGrp="1"/>
          </p:cNvSpPr>
          <p:nvPr/>
        </p:nvSpPr>
        <p:spPr>
          <a:xfrm xmlns:a="http://schemas.openxmlformats.org/drawingml/2006/main" rot="0" flipH="0" flipV="0">
            <a:off x="15110566" y="468468"/>
            <a:ext cx="6128517" cy="1057149"/>
          </a:xfrm>
          <a:custGeom xmlns:a="http://schemas.openxmlformats.org/drawingml/2006/main">
            <a:rect l="l" t="t" r="r" b="b"/>
            <a:pathLst>
              <a:path w="8171357" h="1409533">
                <a:moveTo>
                  <a:pt x="0" y="0"/>
                </a:moveTo>
                <a:lnTo>
                  <a:pt x="8171357" y="0"/>
                </a:lnTo>
                <a:lnTo>
                  <a:pt x="8171357" y="1409533"/>
                </a:lnTo>
                <a:lnTo>
                  <a:pt x="0" y="1409533"/>
                </a:lnTo>
                <a:lnTo>
                  <a:pt x="0" y="0"/>
                </a:lnTo>
                <a:close/>
              </a:path>
            </a:pathLst>
          </a:custGeom>
          <a:blipFill xmlns:a="http://schemas.openxmlformats.org/drawingml/2006/main">
            <a:blip xmlns:r="http://schemas.openxmlformats.org/officeDocument/2006/relationships" r:embed="R6f8a88e6315946e0"/>
            <a:stretch>
              <a:fillRect l="0" t="-2494" r="0" b="-2494"/>
            </a:stretch>
          </a:blipFill>
        </p:spPr>
      </p:sp>
      <p:sp>
        <p:nvSpPr>
          <p:cNvPr id="142" name="Freeform 142">
            <a:extLst xmlns:a="http://schemas.openxmlformats.org/drawingml/2006/main">
              <a:ext uri="{FF2B5EF4-FFF2-40B4-BE49-F238E27FC236}">
                <a16:creationId xmlns:a16="http://schemas.microsoft.com/office/drawing/2014/main" id="{84DA0902-CE5E-462B-9625-9F62240E6C01}"/>
              </a:ext>
            </a:extLst>
          </p:cNvPr>
          <p:cNvSpPr>
            <a:spLocks xmlns:a="http://schemas.openxmlformats.org/drawingml/2006/main" noGrp="1"/>
          </p:cNvSpPr>
          <p:nvPr/>
        </p:nvSpPr>
        <p:spPr>
          <a:xfrm xmlns:a="http://schemas.openxmlformats.org/drawingml/2006/main" rot="0" flipH="0" flipV="0">
            <a:off x="1188678" y="24164140"/>
            <a:ext cx="3037810" cy="3037810"/>
          </a:xfrm>
          <a:custGeom xmlns:a="http://schemas.openxmlformats.org/drawingml/2006/main">
            <a:rect l="l" t="t" r="r" b="b"/>
            <a:pathLst>
              <a:path w="3037810" h="3037810">
                <a:moveTo>
                  <a:pt x="0" y="0"/>
                </a:moveTo>
                <a:lnTo>
                  <a:pt x="3037810" y="0"/>
                </a:lnTo>
                <a:lnTo>
                  <a:pt x="3037810" y="3037810"/>
                </a:lnTo>
                <a:lnTo>
                  <a:pt x="0" y="3037810"/>
                </a:lnTo>
                <a:lnTo>
                  <a:pt x="0" y="0"/>
                </a:lnTo>
                <a:close/>
              </a:path>
            </a:pathLst>
          </a:custGeom>
          <a:blipFill xmlns:a="http://schemas.openxmlformats.org/drawingml/2006/main">
            <a:blip xmlns:r="http://schemas.openxmlformats.org/officeDocument/2006/relationships" r:embed="Rd02f0d8d9f1a4735"/>
            <a:stretch>
              <a:fillRect l="0" t="0" r="0" b="0"/>
            </a:stretch>
          </a:blipFill>
        </p:spPr>
      </p:sp>
      <p:sp>
        <p:nvSpPr>
          <p:cNvPr id="143" name="Freeform 143">
            <a:extLst xmlns:a="http://schemas.openxmlformats.org/drawingml/2006/main">
              <a:ext uri="{FF2B5EF4-FFF2-40B4-BE49-F238E27FC236}">
                <a16:creationId xmlns:a16="http://schemas.microsoft.com/office/drawing/2014/main" id="{EFA77227-1532-46E4-849A-5D830713CA99}"/>
              </a:ext>
            </a:extLst>
          </p:cNvPr>
          <p:cNvSpPr>
            <a:spLocks xmlns:a="http://schemas.openxmlformats.org/drawingml/2006/main" noGrp="1"/>
          </p:cNvSpPr>
          <p:nvPr/>
        </p:nvSpPr>
        <p:spPr>
          <a:xfrm xmlns:a="http://schemas.openxmlformats.org/drawingml/2006/main" rot="0" flipH="0" flipV="0">
            <a:off x="4561065" y="24164140"/>
            <a:ext cx="3037810" cy="3037810"/>
          </a:xfrm>
          <a:custGeom xmlns:a="http://schemas.openxmlformats.org/drawingml/2006/main">
            <a:rect l="l" t="t" r="r" b="b"/>
            <a:pathLst>
              <a:path w="3037810" h="3037810">
                <a:moveTo>
                  <a:pt x="0" y="0"/>
                </a:moveTo>
                <a:lnTo>
                  <a:pt x="3037810" y="0"/>
                </a:lnTo>
                <a:lnTo>
                  <a:pt x="3037810" y="3037810"/>
                </a:lnTo>
                <a:lnTo>
                  <a:pt x="0" y="3037810"/>
                </a:lnTo>
                <a:lnTo>
                  <a:pt x="0" y="0"/>
                </a:lnTo>
                <a:close/>
              </a:path>
            </a:pathLst>
          </a:custGeom>
          <a:blipFill xmlns:a="http://schemas.openxmlformats.org/drawingml/2006/main">
            <a:blip xmlns:r="http://schemas.openxmlformats.org/officeDocument/2006/relationships" r:embed="R21f1c387ef5f4fd0"/>
            <a:stretch>
              <a:fillRect l="0" t="0" r="0" b="0"/>
            </a:stretch>
          </a:blipFill>
        </p:spPr>
      </p:sp>
      <p:sp>
        <p:nvSpPr>
          <p:cNvPr id="144" name="Freeform 144">
            <a:extLst xmlns:a="http://schemas.openxmlformats.org/drawingml/2006/main">
              <a:ext uri="{FF2B5EF4-FFF2-40B4-BE49-F238E27FC236}">
                <a16:creationId xmlns:a16="http://schemas.microsoft.com/office/drawing/2014/main" id="{F95C3997-833A-4B46-B069-39B9F7ECBB58}"/>
              </a:ext>
            </a:extLst>
          </p:cNvPr>
          <p:cNvSpPr>
            <a:spLocks xmlns:a="http://schemas.openxmlformats.org/drawingml/2006/main" noGrp="1"/>
          </p:cNvSpPr>
          <p:nvPr/>
        </p:nvSpPr>
        <p:spPr>
          <a:xfrm xmlns:a="http://schemas.openxmlformats.org/drawingml/2006/main" rot="0" flipH="0" flipV="0">
            <a:off x="1188678" y="24164140"/>
            <a:ext cx="3037810" cy="3037810"/>
          </a:xfrm>
          <a:custGeom xmlns:a="http://schemas.openxmlformats.org/drawingml/2006/main">
            <a:rect l="l" t="t" r="r" b="b"/>
            <a:pathLst>
              <a:path w="3037810" h="3037810">
                <a:moveTo>
                  <a:pt x="0" y="0"/>
                </a:moveTo>
                <a:lnTo>
                  <a:pt x="3037810" y="0"/>
                </a:lnTo>
                <a:lnTo>
                  <a:pt x="3037810" y="3037810"/>
                </a:lnTo>
                <a:lnTo>
                  <a:pt x="0" y="3037810"/>
                </a:lnTo>
                <a:lnTo>
                  <a:pt x="0" y="0"/>
                </a:lnTo>
                <a:close/>
              </a:path>
            </a:pathLst>
          </a:custGeom>
          <a:blipFill xmlns:a="http://schemas.openxmlformats.org/drawingml/2006/main">
            <a:blip xmlns:r="http://schemas.openxmlformats.org/officeDocument/2006/relationships" r:embed="Reefd2ce7e3e54cc0"/>
            <a:stretch>
              <a:fillRect l="0" t="0" r="0" b="0"/>
            </a:stretch>
          </a:blipFill>
        </p:spPr>
      </p:sp>
      <p:sp>
        <p:nvSpPr>
          <p:cNvPr id="145" name="TextBox 145">
            <a:extLst xmlns:a="http://schemas.openxmlformats.org/drawingml/2006/main">
              <a:ext uri="{FF2B5EF4-FFF2-40B4-BE49-F238E27FC236}">
                <a16:creationId xmlns:a16="http://schemas.microsoft.com/office/drawing/2014/main" id="{4C5F1500-797D-455B-A212-FF90D657E745}"/>
              </a:ext>
            </a:extLst>
          </p:cNvPr>
          <p:cNvSpPr>
            <a:spLocks xmlns:a="http://schemas.openxmlformats.org/drawingml/2006/main" noGrp="1"/>
          </p:cNvSpPr>
          <p:nvPr/>
        </p:nvSpPr>
        <p:spPr>
          <a:xfrm xmlns:a="http://schemas.openxmlformats.org/drawingml/2006/main" rot="0">
            <a:off x="14543297" y="11669058"/>
            <a:ext cx="6265624" cy="894612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Human Factors and User-Centered Design for Healthcare AI</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Post-Deployment Monitoring and Lifecycle Management of AI Systems</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Privacy-Preserving and Federated Learning in Healthcare</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Real-World Deployment, Implementation Science, and Clinical Translation</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Robustness, Reliability, Privacy, and Safety of Clinical AI Systems</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Synthetic Data and Responsible Generative Methods in Healthcare</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Transparency, Accountability, and Auditable AI Systems</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Trust Calibration and Human-AI Collaboration in Healthcare</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Trustworthy AI for Digital Health and Remote Patient Monitoring</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Uncert</a:t>
            </a:r>
            <a:r>
              <a:rPr sz="2499">
                <a:solidFill>
                  <a:srgbClr val="17233A"/>
                </a:solidFill>
                <a:latin typeface="Arial"/>
                <a:ea typeface="Arial"/>
                <a:cs typeface="Arial"/>
              </a:rPr>
              <a:t>ainty Quantification and Confidence-Aware Clinical AI</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Vision-Language and Multimodal AI for Clinical Applications</a:t>
            </a:r>
          </a:p>
        </p:txBody>
      </p:sp>
      <p:sp>
        <p:nvSpPr>
          <p:cNvPr id="146" name="TextBox 146">
            <a:extLst xmlns:a="http://schemas.openxmlformats.org/drawingml/2006/main">
              <a:ext uri="{FF2B5EF4-FFF2-40B4-BE49-F238E27FC236}">
                <a16:creationId xmlns:a16="http://schemas.microsoft.com/office/drawing/2014/main" id="{7760AC56-817A-4C7E-8B9C-BCA8B1460BED}"/>
              </a:ext>
            </a:extLst>
          </p:cNvPr>
          <p:cNvSpPr>
            <a:spLocks xmlns:a="http://schemas.openxmlformats.org/drawingml/2006/main" noGrp="1"/>
          </p:cNvSpPr>
          <p:nvPr/>
        </p:nvSpPr>
        <p:spPr>
          <a:xfrm xmlns:a="http://schemas.openxmlformats.org/drawingml/2006/main" rot="0">
            <a:off x="8356418" y="7677483"/>
            <a:ext cx="12614224" cy="24574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299"/>
              </a:lnSpc>
              <a:buNone/>
            </a:pPr>
            <a:r>
              <a:rPr sz="2499">
                <a:solidFill>
                  <a:srgbClr val="17233A"/>
                </a:solidFill>
                <a:latin typeface="Arial"/>
                <a:ea typeface="Arial"/>
                <a:cs typeface="Arial"/>
              </a:rPr>
              <a:t>REED-AI advances trustworthy AI methods and deployment frameworks for healthcare. We invite original research, position papers, and case studies on transparent, robust, accountable, safe, and ethically aligned clinical AI. The track emphasizes real-world translation, including generalizability, reliability, clinician trust, workflow integration, regulatory readiness, and societal impact, and connects researchers, clinicians, industry, policymakers, and regulators.</a:t>
            </a:r>
          </a:p>
        </p:txBody>
      </p:sp>
      <p:sp>
        <p:nvSpPr>
          <p:cNvPr id="147" name="TextBox 147">
            <a:extLst xmlns:a="http://schemas.openxmlformats.org/drawingml/2006/main">
              <a:ext uri="{FF2B5EF4-FFF2-40B4-BE49-F238E27FC236}">
                <a16:creationId xmlns:a16="http://schemas.microsoft.com/office/drawing/2014/main" id="{39AA9AD4-CD42-4F72-BAC5-D46A6355F23C}"/>
              </a:ext>
            </a:extLst>
          </p:cNvPr>
          <p:cNvSpPr>
            <a:spLocks xmlns:a="http://schemas.openxmlformats.org/drawingml/2006/main" noGrp="1"/>
          </p:cNvSpPr>
          <p:nvPr/>
        </p:nvSpPr>
        <p:spPr>
          <a:xfrm xmlns:a="http://schemas.openxmlformats.org/drawingml/2006/main" rot="0">
            <a:off x="8356418" y="11669058"/>
            <a:ext cx="6179869" cy="81248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AI for Precision Medicine and Personalized Care</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AI Governance, Regulation, and Compliance in Clinical Environments</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Benchmarking, Validation, and Reproducibility of Clinical AI</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Clinical Natural Language Processing and Large Language Models</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Ethical-by-Design AI Methodologies and Frameworks</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Explainable AI for Medical Imaging and Computer-Assisted Diagnosis</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Explainable and Interpretable AI for Clinical Decision Support</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Fairness, Bias Detection, Bias Mitigation, and Equity-Aware AI</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Foundation Models and Generative AI for Healthcare</a:t>
            </a:r>
          </a:p>
          <a:p xmlns:a="http://schemas.openxmlformats.org/drawingml/2006/main">
            <a:pPr algn="l">
              <a:lnSpc>
                <a:spcPts val="904"/>
              </a:lnSpc>
              <a:buNone/>
            </a:pPr>
          </a:p>
          <a:p xmlns:a="http://schemas.openxmlformats.org/drawingml/2006/main">
            <a:pPr marL="539749" lvl="1" indent="-269874" algn="l">
              <a:lnSpc>
                <a:spcPts val="2824"/>
              </a:lnSpc>
              <a:buFont typeface="Arial"/>
              <a:buChar char="•"/>
            </a:pPr>
            <a:r>
              <a:rPr sz="2499">
                <a:solidFill>
                  <a:srgbClr val="17233A"/>
                </a:solidFill>
                <a:latin typeface="Arial"/>
                <a:ea typeface="Arial"/>
                <a:cs typeface="Arial"/>
              </a:rPr>
              <a:t>Generalizable AI Across Institutions, Populations, and Care Settings</a:t>
            </a:r>
          </a:p>
        </p:txBody>
      </p:sp>
      <p:sp>
        <p:nvSpPr>
          <p:cNvPr id="148" name="TextBox 148">
            <a:extLst xmlns:a="http://schemas.openxmlformats.org/drawingml/2006/main">
              <a:ext uri="{FF2B5EF4-FFF2-40B4-BE49-F238E27FC236}">
                <a16:creationId xmlns:a16="http://schemas.microsoft.com/office/drawing/2014/main" id="{CFC89D7D-7365-4FAF-A8C1-9472C0BCBD95}"/>
              </a:ext>
            </a:extLst>
          </p:cNvPr>
          <p:cNvSpPr>
            <a:spLocks xmlns:a="http://schemas.openxmlformats.org/drawingml/2006/main" noGrp="1"/>
          </p:cNvSpPr>
          <p:nvPr/>
        </p:nvSpPr>
        <p:spPr>
          <a:xfrm xmlns:a="http://schemas.openxmlformats.org/drawingml/2006/main" rot="0">
            <a:off x="970321" y="3174141"/>
            <a:ext cx="10943111" cy="184365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941"/>
              </a:lnSpc>
              <a:buNone/>
            </a:pPr>
            <a:r>
              <a:rPr sz="3715" b="1">
                <a:solidFill>
                  <a:srgbClr val="FFFFFF"/>
                </a:solidFill>
                <a:latin typeface="Georgia Bold"/>
                <a:ea typeface="Georgia Bold"/>
                <a:cs typeface="Georgia Bold"/>
              </a:rPr>
              <a:t>Responsible, Explainable,</a:t>
            </a:r>
          </a:p>
          <a:p xmlns:a="http://schemas.openxmlformats.org/drawingml/2006/main">
            <a:pPr algn="l">
              <a:lnSpc>
                <a:spcPts val="4941"/>
              </a:lnSpc>
              <a:buNone/>
            </a:pPr>
            <a:r>
              <a:rPr sz="3715" b="1">
                <a:solidFill>
                  <a:srgbClr val="FFFFFF"/>
                </a:solidFill>
                <a:latin typeface="Georgia Bold"/>
                <a:ea typeface="Georgia Bold"/>
                <a:cs typeface="Georgia Bold"/>
              </a:rPr>
              <a:t>and Ethical-by-Design Artificial Intelligence</a:t>
            </a:r>
          </a:p>
          <a:p xmlns:a="http://schemas.openxmlformats.org/drawingml/2006/main">
            <a:pPr algn="l">
              <a:lnSpc>
                <a:spcPts val="4941"/>
              </a:lnSpc>
              <a:buNone/>
            </a:pPr>
            <a:r>
              <a:rPr sz="3715" b="1">
                <a:solidFill>
                  <a:srgbClr val="FFFFFF"/>
                </a:solidFill>
                <a:latin typeface="Georgia Bold"/>
                <a:ea typeface="Georgia Bold"/>
                <a:cs typeface="Georgia Bold"/>
              </a:rPr>
              <a:t>in Clinical Applications</a:t>
            </a:r>
          </a:p>
        </p:txBody>
      </p:sp>
      <p:sp>
        <p:nvSpPr>
          <p:cNvPr id="150" name="TextBox 150">
            <a:extLst xmlns:a="http://schemas.openxmlformats.org/drawingml/2006/main">
              <a:ext uri="{FF2B5EF4-FFF2-40B4-BE49-F238E27FC236}">
                <a16:creationId xmlns:a16="http://schemas.microsoft.com/office/drawing/2014/main" id="{BEDC5FDF-D6DB-4426-8FCC-B2676A374522}"/>
              </a:ext>
            </a:extLst>
          </p:cNvPr>
          <p:cNvSpPr>
            <a:spLocks xmlns:a="http://schemas.openxmlformats.org/drawingml/2006/main" noGrp="1"/>
          </p:cNvSpPr>
          <p:nvPr/>
        </p:nvSpPr>
        <p:spPr>
          <a:xfrm xmlns:a="http://schemas.openxmlformats.org/drawingml/2006/main" rot="0" flipH="0" flipV="0">
            <a:off x="16371265" y="29362768"/>
            <a:ext cx="4474274" cy="40487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3107"/>
              </a:lnSpc>
              <a:buNone/>
            </a:pPr>
            <a:r>
              <a:rPr sz="2589" b="1" u="sng">
                <a:solidFill>
                  <a:srgbClr val="467886"/>
                </a:solidFill>
                <a:latin typeface="Arial Bold"/>
                <a:ea typeface="Arial Bold"/>
                <a:cs typeface="Arial Bold"/>
                <a:hlinkClick xmlns:r="http://schemas.openxmlformats.org/officeDocument/2006/relationships" r:id="Rd5dc8a71b0674f49"/>
              </a:rPr>
              <a:t>eigtrust.acm.org/trust2027</a:t>
            </a:r>
          </a:p>
        </p:txBody>
      </p:sp>
      <p:sp>
        <p:nvSpPr>
          <p:cNvPr id="151" name="TextBox 151">
            <a:extLst xmlns:a="http://schemas.openxmlformats.org/drawingml/2006/main">
              <a:ext uri="{FF2B5EF4-FFF2-40B4-BE49-F238E27FC236}">
                <a16:creationId xmlns:a16="http://schemas.microsoft.com/office/drawing/2014/main" id="{0396C498-0232-45F5-BD00-5B5754441693}"/>
              </a:ext>
            </a:extLst>
          </p:cNvPr>
          <p:cNvSpPr>
            <a:spLocks xmlns:a="http://schemas.openxmlformats.org/drawingml/2006/main" noGrp="1"/>
          </p:cNvSpPr>
          <p:nvPr/>
        </p:nvSpPr>
        <p:spPr>
          <a:xfrm xmlns:a="http://schemas.openxmlformats.org/drawingml/2006/main" rot="0" flipH="0" flipV="0">
            <a:off x="16425166" y="28848835"/>
            <a:ext cx="4420372" cy="42389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3254"/>
              </a:lnSpc>
              <a:buNone/>
            </a:pPr>
            <a:r>
              <a:rPr sz="2712">
                <a:solidFill>
                  <a:srgbClr val="54647A"/>
                </a:solidFill>
                <a:latin typeface="Arial"/>
                <a:ea typeface="Arial"/>
                <a:cs typeface="Arial"/>
              </a:rPr>
              <a:t>Official Conference Website</a:t>
            </a:r>
          </a:p>
        </p:txBody>
      </p:sp>
    </p:spTree>
    <p:extLst>
      <p:ext uri="{BB962C8B-B14F-4D97-AF65-F5344CB8AC3E}">
        <p14:creationId xmlns:p14="http://schemas.microsoft.com/office/powerpoint/2010/main" val="17417384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2026-08-02T06:07:00.6890000Z</dcterms:created>
  <dcterms:modified xsi:type="dcterms:W3CDTF">2026-08-02T06:07:00.6890000Z</dcterms:modified>
</coreProperties>
</file>
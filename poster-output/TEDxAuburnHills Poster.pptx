
<file path=[Content_Types].xml><?xml version="1.0" encoding="utf-8"?>
<Types xmlns="http://schemas.openxmlformats.org/package/2006/content-types">
  <Default Extension="xml" ContentType="application/vnd.openxmlformats-package.core-properties+xml"/>
  <Default Extension="dat" ContentType="application/x-fontdata"/>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ffd5e5dedbf4d01" /><Relationship Type="http://schemas.openxmlformats.org/officeDocument/2006/relationships/extended-properties" Target="/docProps/app.xml" Id="R60bb845ae9ff42b1" /><Relationship Type="http://schemas.openxmlformats.org/officeDocument/2006/relationships/officeDocument" Target="/ppt/presentation.xml" Id="R924295867ee14dbf"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18d6412a436e47ce"/>
  </p:sldMasterIdLst>
  <p:notesMasterIdLst>
    <p:notesMasterId xmlns:r="http://schemas.openxmlformats.org/officeDocument/2006/relationships" r:id="Rb4b600de32f842a2"/>
  </p:notesMasterIdLst>
  <p:sldIdLst>
    <p:sldId xmlns:r="http://schemas.openxmlformats.org/officeDocument/2006/relationships" id="256" r:id="Rae8beb0a36bf47f9"/>
  </p:sldIdLst>
  <p:sldSz cx="21374100" cy="30276800"/>
  <p:notesSz cx="6858000" cy="9144000"/>
  <p:embeddedFontLst>
    <p:embeddedFont>
      <p:font typeface="Georgia Bold"/>
      <p:regular xmlns:r="http://schemas.openxmlformats.org/officeDocument/2006/relationships" r:id="Rfa4ad5558ead47d8"/>
    </p:embeddedFont>
    <p:embeddedFont>
      <p:font typeface="Arial Bold"/>
      <p:regular xmlns:r="http://schemas.openxmlformats.org/officeDocument/2006/relationships" r:id="Rb51b5af267654cf0"/>
    </p:embeddedFont>
    <p:embeddedFont>
      <p:font typeface="Arial"/>
      <p:regular xmlns:r="http://schemas.openxmlformats.org/officeDocument/2006/relationships" r:id="Ra83ea2aa630d4c09"/>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b303681802324cab" /><Relationship Type="http://schemas.openxmlformats.org/officeDocument/2006/relationships/slideMaster" Target="/ppt/slideMasters/slideMaster1.xml" Id="R18d6412a436e47ce" /><Relationship Type="http://schemas.openxmlformats.org/officeDocument/2006/relationships/notesMaster" Target="/ppt/notesMasters/notesMaster1.xml" Id="Rb4b600de32f842a2" /><Relationship Type="http://schemas.openxmlformats.org/officeDocument/2006/relationships/presProps" Target="/ppt/presProps.xml" Id="R7c63d672d9624aae" /><Relationship Type="http://schemas.openxmlformats.org/officeDocument/2006/relationships/viewProps" Target="/ppt/viewProps.xml" Id="Rd2ac22da1d8f47d7" /><Relationship Type="http://schemas.openxmlformats.org/officeDocument/2006/relationships/tableStyles" Target="/ppt/tableStyles.xml" Id="R65ca68a77eba4f36" /><Relationship Type="http://schemas.openxmlformats.org/officeDocument/2006/relationships/font" Target="/ppt/fonts/font.dat" Id="Rfa4ad5558ead47d8" /><Relationship Type="http://schemas.openxmlformats.org/officeDocument/2006/relationships/font" Target="/ppt/fonts/font2.dat" Id="Rb51b5af267654cf0" /><Relationship Type="http://schemas.openxmlformats.org/officeDocument/2006/relationships/font" Target="/ppt/fonts/font3.dat" Id="Ra83ea2aa630d4c09" /><Relationship Type="http://schemas.openxmlformats.org/officeDocument/2006/relationships/slide" Target="/ppt/slides/slide1.xml" Id="Rae8beb0a36bf47f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eb84cf180bf408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025ab405a3a4b6e" /><Relationship Type="http://schemas.openxmlformats.org/officeDocument/2006/relationships/notesMaster" Target="/ppt/notesMasters/notesMaster1.xml" Id="Rb211f60db3f141e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Template: C:/Users/Lyuwen Yan/Documents/TEDxAuburnHills/Example Poster.pptx</a:t>
            </a:r>
          </a:p>
          <a:p xmlns:a="http://schemas.openxmlformats.org/drawingml/2006/main">
            <a:r>
              <a:t>- Event theme, date, time, speakers, and public-event details: website/index.html, website/about.html, website/attend.html, website/schedule.html</a:t>
            </a:r>
          </a:p>
          <a:p xmlns:a="http://schemas.openxmlformats.org/drawingml/2006/main">
            <a:r>
              <a:t>- Website typography, palette, and wordmark treatment: website/static/css/index.css and website/static/js/index.js</a:t>
            </a:r>
          </a:p>
          <a:p xmlns:a="http://schemas.openxmlformats.org/drawingml/2006/main">
            <a:r>
              <a:t>- Body photo: website/assets/images/rochester-hills-spencer-park.jpg</a:t>
            </a:r>
          </a:p>
          <a:p xmlns:a="http://schemas.openxmlformats.org/drawingml/2006/main">
            <a:r>
              <a:t>- Speaker portraits: website/assets/images/*-official.jpg (six announced speakers)</a:t>
            </a:r>
          </a:p>
          <a:p xmlns:a="http://schemas.openxmlformats.org/drawingml/2006/main">
            <a:r>
              <a:t>- Top-right artwork: website/assets/images/flow-background.jpg</a:t>
            </a:r>
          </a:p>
          <a:p xmlns:a="http://schemas.openxmlformats.org/drawingml/2006/main">
            <a:r>
              <a:t>- QR codes: user-supplied PNG files in the workspace root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dc3b2dc3827457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761e9bfa5c5487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67cb437c1314cc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d3d55540d244ba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b40761fbbc7481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4c6e48aae084976"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d8fe9bb2347b400d"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1414c76e13934419"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ecc0d3d97e2547fd"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907ac13aee1a497e"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a5fcd08431254e83"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9A8FBE5-4A07-461F-98F0-2BB684F1F898}"/>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61DB461F-345D-44B8-B7E4-FBD423046BA3}"/>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EDDF03FC-8391-446E-8D83-7ED4B526FCA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p>
        </p:txBody>
      </p:sp>
      <p:sp>
        <p:nvSpPr>
          <p:cNvPr id="5" name="Footer Placeholder 4">
            <a:extLst xmlns:a="http://schemas.openxmlformats.org/drawingml/2006/main">
              <a:ext uri="{FF2B5EF4-FFF2-40B4-BE49-F238E27FC236}">
                <a16:creationId xmlns:a16="http://schemas.microsoft.com/office/drawing/2014/main" id="{B366E5CE-5A6A-4D1E-A908-C6D23CFEE44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A4C228DA-D737-4C76-95C9-140F6A9C0B6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61EA274-85C7-463C-A6F3-10403CF5784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57A72914-5689-4C78-8AA0-B874BEA15682}"/>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BBC87D12-FFB3-4631-88EF-B4B752EEEA6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p>
        </p:txBody>
      </p:sp>
      <p:sp>
        <p:nvSpPr>
          <p:cNvPr id="5" name="Footer Placeholder 4">
            <a:extLst xmlns:a="http://schemas.openxmlformats.org/drawingml/2006/main">
              <a:ext uri="{FF2B5EF4-FFF2-40B4-BE49-F238E27FC236}">
                <a16:creationId xmlns:a16="http://schemas.microsoft.com/office/drawing/2014/main" id="{9C39230D-730A-4070-B1DD-61F3A93ADF7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22CDF2D3-752C-42A2-9DF1-A83EE80FB87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DC7E4A3-DCB4-488F-A9CA-5B37DEE9D13A}"/>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A0224C3D-FC20-48B4-827F-6F92C56C5BE4}"/>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0DE4B100-17D6-4C48-A0A4-8DC7B2F10E6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p>
        </p:txBody>
      </p:sp>
      <p:sp>
        <p:nvSpPr>
          <p:cNvPr id="5" name="Footer Placeholder 4">
            <a:extLst xmlns:a="http://schemas.openxmlformats.org/drawingml/2006/main">
              <a:ext uri="{FF2B5EF4-FFF2-40B4-BE49-F238E27FC236}">
                <a16:creationId xmlns:a16="http://schemas.microsoft.com/office/drawing/2014/main" id="{3B14B44E-17FC-493A-8AC6-7CAE83918E9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EEBE1882-DD84-4AE8-9D56-8484B7C52D6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622DCE3-3D1F-4F92-A33B-F4C2C5D16D1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4E30C675-442D-42C5-BB34-3BBCFA38FC79}"/>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3C385CED-2502-4BF6-B8BF-7A87A9160EBA}"/>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8D2526EF-2180-447A-AACE-CB73B3B1A89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p>
        </p:txBody>
      </p:sp>
      <p:sp>
        <p:nvSpPr>
          <p:cNvPr id="6" name="Footer Placeholder 5">
            <a:extLst xmlns:a="http://schemas.openxmlformats.org/drawingml/2006/main">
              <a:ext uri="{FF2B5EF4-FFF2-40B4-BE49-F238E27FC236}">
                <a16:creationId xmlns:a16="http://schemas.microsoft.com/office/drawing/2014/main" id="{14DAA20D-69CF-4B7E-9788-E7DF95DD20A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C0EFC6E7-39F4-4E79-BFB8-E883F92DEAC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431CEBD-5D07-4EC5-AAF3-D4949B7361A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33C18466-DB1C-4D2F-9047-FE89247FFBF7}"/>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8EA4D3A6-67FC-4D4F-9806-D257E7AD6A70}"/>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6CB979C7-683C-4014-8B57-808D1D90AABB}"/>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44928529-B772-41BC-BE3B-0713FFB97131}"/>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C3ED4179-9B8D-40F3-97F9-B4EE8912A38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p>
        </p:txBody>
      </p:sp>
      <p:sp>
        <p:nvSpPr>
          <p:cNvPr id="8" name="Footer Placeholder 7">
            <a:extLst xmlns:a="http://schemas.openxmlformats.org/drawingml/2006/main">
              <a:ext uri="{FF2B5EF4-FFF2-40B4-BE49-F238E27FC236}">
                <a16:creationId xmlns:a16="http://schemas.microsoft.com/office/drawing/2014/main" id="{74D43AEC-3F68-46DC-A047-037088236C0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9" name="Slide Number Placeholder 8">
            <a:extLst xmlns:a="http://schemas.openxmlformats.org/drawingml/2006/main">
              <a:ext uri="{FF2B5EF4-FFF2-40B4-BE49-F238E27FC236}">
                <a16:creationId xmlns:a16="http://schemas.microsoft.com/office/drawing/2014/main" id="{E3D44130-16E4-4E02-BDB8-BD4671E98AF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C679348-5FC0-4F28-B6C3-D3CDB811AB9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2DAF8C09-636D-480F-BE78-189BE29BC69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p>
        </p:txBody>
      </p:sp>
      <p:sp>
        <p:nvSpPr>
          <p:cNvPr id="4" name="Footer Placeholder 3">
            <a:extLst xmlns:a="http://schemas.openxmlformats.org/drawingml/2006/main">
              <a:ext uri="{FF2B5EF4-FFF2-40B4-BE49-F238E27FC236}">
                <a16:creationId xmlns:a16="http://schemas.microsoft.com/office/drawing/2014/main" id="{9E4BB75C-98DC-4B75-886D-4B66A644728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5" name="Slide Number Placeholder 4">
            <a:extLst xmlns:a="http://schemas.openxmlformats.org/drawingml/2006/main">
              <a:ext uri="{FF2B5EF4-FFF2-40B4-BE49-F238E27FC236}">
                <a16:creationId xmlns:a16="http://schemas.microsoft.com/office/drawing/2014/main" id="{39CC012B-4B85-467D-B017-D4AF08E566D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E08D170E-1E48-4B03-8A3E-E52275EA33A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p>
        </p:txBody>
      </p:sp>
      <p:sp>
        <p:nvSpPr>
          <p:cNvPr id="3" name="Footer Placeholder 2">
            <a:extLst xmlns:a="http://schemas.openxmlformats.org/drawingml/2006/main">
              <a:ext uri="{FF2B5EF4-FFF2-40B4-BE49-F238E27FC236}">
                <a16:creationId xmlns:a16="http://schemas.microsoft.com/office/drawing/2014/main" id="{81057E27-A101-4564-8402-C0EBA083FB2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4" name="Slide Number Placeholder 3">
            <a:extLst xmlns:a="http://schemas.openxmlformats.org/drawingml/2006/main">
              <a:ext uri="{FF2B5EF4-FFF2-40B4-BE49-F238E27FC236}">
                <a16:creationId xmlns:a16="http://schemas.microsoft.com/office/drawing/2014/main" id="{A3D0C6F6-B21B-4C11-B25F-11065FBEFD1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B95D93C-F5B4-42A3-82FF-ABBF8C37252D}"/>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1291D990-41F9-4714-88D3-1B2914CA52BD}"/>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1D9D23AD-47C0-4A50-A108-C54E23EED364}"/>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5902C570-63FC-4C1A-94F6-30DFA5039AB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p>
        </p:txBody>
      </p:sp>
      <p:sp>
        <p:nvSpPr>
          <p:cNvPr id="6" name="Footer Placeholder 5">
            <a:extLst xmlns:a="http://schemas.openxmlformats.org/drawingml/2006/main">
              <a:ext uri="{FF2B5EF4-FFF2-40B4-BE49-F238E27FC236}">
                <a16:creationId xmlns:a16="http://schemas.microsoft.com/office/drawing/2014/main" id="{C1757382-E938-41FF-80C7-BBC2A9D8CEB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7D2FB6E5-45B7-474E-9E87-42AFEEFCF89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3E58801-C017-4CAE-A0C8-54C063769FF7}"/>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DF68C8B5-B787-4F13-A8A6-6B8C282A16F9}"/>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p:txBody>
      </p:sp>
      <p:sp>
        <p:nvSpPr>
          <p:cNvPr id="4" name="Text Placeholder 3">
            <a:extLst xmlns:a="http://schemas.openxmlformats.org/drawingml/2006/main">
              <a:ext uri="{FF2B5EF4-FFF2-40B4-BE49-F238E27FC236}">
                <a16:creationId xmlns:a16="http://schemas.microsoft.com/office/drawing/2014/main" id="{99DDED5F-DC9B-4A15-A608-8E76A7215F29}"/>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D4F5AED0-EE8D-4B3F-911F-38BA4B5DFA4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p>
        </p:txBody>
      </p:sp>
      <p:sp>
        <p:nvSpPr>
          <p:cNvPr id="6" name="Footer Placeholder 5">
            <a:extLst xmlns:a="http://schemas.openxmlformats.org/drawingml/2006/main">
              <a:ext uri="{FF2B5EF4-FFF2-40B4-BE49-F238E27FC236}">
                <a16:creationId xmlns:a16="http://schemas.microsoft.com/office/drawing/2014/main" id="{E9049161-8AE8-4C98-B7D8-23E82C01EC8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13D8A214-D1B2-42C1-916A-79AAD386C17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C28E357-1F6E-419C-990C-3DC8932F0BF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ACE1813E-4C41-48E3-9CB4-2F43D2834E62}"/>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241B0948-7DCF-45D0-8E57-A6BE18312A2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p>
        </p:txBody>
      </p:sp>
      <p:sp>
        <p:nvSpPr>
          <p:cNvPr id="5" name="Footer Placeholder 4">
            <a:extLst xmlns:a="http://schemas.openxmlformats.org/drawingml/2006/main">
              <a:ext uri="{FF2B5EF4-FFF2-40B4-BE49-F238E27FC236}">
                <a16:creationId xmlns:a16="http://schemas.microsoft.com/office/drawing/2014/main" id="{06D3F43B-6756-4339-86B1-72F57101185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A0B9AAFE-4905-4335-8DD2-AD53607FC82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5C1E4F77-B010-4F02-A3E4-043E537A3A0C}"/>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D8AA810D-14F5-47A8-B49A-8D7AA753D4BD}"/>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D9D6FFE4-621A-43DA-8194-2CA7D40B495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p>
        </p:txBody>
      </p:sp>
      <p:sp>
        <p:nvSpPr>
          <p:cNvPr id="5" name="Footer Placeholder 4">
            <a:extLst xmlns:a="http://schemas.openxmlformats.org/drawingml/2006/main">
              <a:ext uri="{FF2B5EF4-FFF2-40B4-BE49-F238E27FC236}">
                <a16:creationId xmlns:a16="http://schemas.microsoft.com/office/drawing/2014/main" id="{9B72755D-AB52-4D43-BF24-351563AA1C7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8941CA31-D4CF-41AE-A692-BEB8960F345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551c139d36542fc" /><Relationship Type="http://schemas.openxmlformats.org/officeDocument/2006/relationships/slideLayout" Target="/ppt/slideLayouts/slideLayout1.xml" Id="R350aa060f7724ccd" /><Relationship Type="http://schemas.openxmlformats.org/officeDocument/2006/relationships/slideLayout" Target="/ppt/slideLayouts/slideLayout2.xml" Id="R7be7efb2c8e549ff" /><Relationship Type="http://schemas.openxmlformats.org/officeDocument/2006/relationships/slideLayout" Target="/ppt/slideLayouts/slideLayout3.xml" Id="R8e5a5ee2b41b4f8c" /><Relationship Type="http://schemas.openxmlformats.org/officeDocument/2006/relationships/slideLayout" Target="/ppt/slideLayouts/slideLayout4.xml" Id="R26b54578967c450d" /><Relationship Type="http://schemas.openxmlformats.org/officeDocument/2006/relationships/slideLayout" Target="/ppt/slideLayouts/slideLayout5.xml" Id="R91e62a7c8ce344f4" /><Relationship Type="http://schemas.openxmlformats.org/officeDocument/2006/relationships/slideLayout" Target="/ppt/slideLayouts/slideLayout6.xml" Id="R4d4d32ab9bdf449e" /><Relationship Type="http://schemas.openxmlformats.org/officeDocument/2006/relationships/slideLayout" Target="/ppt/slideLayouts/slideLayout7.xml" Id="R6e047241b8f74b33" /><Relationship Type="http://schemas.openxmlformats.org/officeDocument/2006/relationships/slideLayout" Target="/ppt/slideLayouts/slideLayout8.xml" Id="Rfc1a35acbf62476e" /><Relationship Type="http://schemas.openxmlformats.org/officeDocument/2006/relationships/slideLayout" Target="/ppt/slideLayouts/slideLayout9.xml" Id="R96e5e27238db4ecf" /><Relationship Type="http://schemas.openxmlformats.org/officeDocument/2006/relationships/slideLayout" Target="/ppt/slideLayouts/slideLayout10.xml" Id="R22f20e579d85454c" /><Relationship Type="http://schemas.openxmlformats.org/officeDocument/2006/relationships/slideLayout" Target="/ppt/slideLayouts/slideLayout11.xml" Id="R6b642893c0224885"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C73AF9CF-485B-418A-B5E9-F6D87BE353F9}"/>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A1F6B3D4-3EBC-43D8-A28D-94885201ACBC}"/>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4E86AA23-D8AC-43FA-8AE5-D4B74A2A0F19}"/>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1D8BD707-D9CF-40AE-B4C6-C98DA3205C09}" type="datetimeFigureOut">
              <a:t>8/1/2011</a:t>
            </a:fld>
          </a:p>
        </p:txBody>
      </p:sp>
      <p:sp>
        <p:nvSpPr>
          <p:cNvPr id="5" name="Footer Placeholder 4">
            <a:extLst xmlns:a="http://schemas.openxmlformats.org/drawingml/2006/main">
              <a:ext uri="{FF2B5EF4-FFF2-40B4-BE49-F238E27FC236}">
                <a16:creationId xmlns:a16="http://schemas.microsoft.com/office/drawing/2014/main" id="{316CC5D8-DCF0-418C-B04A-173E2946E49E}"/>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0DD7C4BB-5AE2-4D03-95F3-94A8A22164B3}"/>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B6F15528-21DE-4FAA-801E-634DDDAF4B2B}" type="slidenum">
              <a:t>‹#›</a:t>
            </a:fld>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50aa060f7724ccd"/>
    <p:sldLayoutId xmlns:r="http://schemas.openxmlformats.org/officeDocument/2006/relationships" id="2147483650" r:id="R7be7efb2c8e549ff"/>
    <p:sldLayoutId xmlns:r="http://schemas.openxmlformats.org/officeDocument/2006/relationships" id="2147483651" r:id="R8e5a5ee2b41b4f8c"/>
    <p:sldLayoutId xmlns:r="http://schemas.openxmlformats.org/officeDocument/2006/relationships" id="2147483652" r:id="R26b54578967c450d"/>
    <p:sldLayoutId xmlns:r="http://schemas.openxmlformats.org/officeDocument/2006/relationships" id="2147483653" r:id="R91e62a7c8ce344f4"/>
    <p:sldLayoutId xmlns:r="http://schemas.openxmlformats.org/officeDocument/2006/relationships" id="2147483654" r:id="R4d4d32ab9bdf449e"/>
    <p:sldLayoutId xmlns:r="http://schemas.openxmlformats.org/officeDocument/2006/relationships" id="2147483655" r:id="R6e047241b8f74b33"/>
    <p:sldLayoutId xmlns:r="http://schemas.openxmlformats.org/officeDocument/2006/relationships" id="2147483656" r:id="Rfc1a35acbf62476e"/>
    <p:sldLayoutId xmlns:r="http://schemas.openxmlformats.org/officeDocument/2006/relationships" id="2147483657" r:id="R96e5e27238db4ecf"/>
    <p:sldLayoutId xmlns:r="http://schemas.openxmlformats.org/officeDocument/2006/relationships" id="2147483658" r:id="R22f20e579d85454c"/>
    <p:sldLayoutId xmlns:r="http://schemas.openxmlformats.org/officeDocument/2006/relationships" id="2147483659" r:id="R6b642893c0224885"/>
  </p:sldLayoutIdLst>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fef0a77bc42f4581" /><Relationship Type="http://schemas.openxmlformats.org/officeDocument/2006/relationships/image" Target="/ppt/media/image.jpeg" Id="R0334bf4443ff4685" /><Relationship Type="http://schemas.openxmlformats.org/officeDocument/2006/relationships/image" Target="/ppt/media/image2.jpeg" Id="R08774d66e30b4b8f" /><Relationship Type="http://schemas.openxmlformats.org/officeDocument/2006/relationships/image" Target="/ppt/media/image.png" Id="R18e80de70b964502" /><Relationship Type="http://schemas.openxmlformats.org/officeDocument/2006/relationships/image" Target="/ppt/media/image2.png" Id="Rc07b9ce79c8c4fc9" /><Relationship Type="http://schemas.openxmlformats.org/officeDocument/2006/relationships/hyperlink" Target="https://eigtrust.acm.org/trust2027/" TargetMode="External" Id="Rb0d3979b38344cab" /><Relationship Type="http://schemas.openxmlformats.org/officeDocument/2006/relationships/image" Target="/ppt/media/image3.jpeg" Id="R355b16d5138b4ed5" /><Relationship Type="http://schemas.openxmlformats.org/officeDocument/2006/relationships/image" Target="/ppt/media/image4.jpeg" Id="Ra4ce2200796f4a46" /><Relationship Type="http://schemas.openxmlformats.org/officeDocument/2006/relationships/image" Target="/ppt/media/image5.jpeg" Id="R4ad3c2fa5e824e23" /><Relationship Type="http://schemas.openxmlformats.org/officeDocument/2006/relationships/image" Target="/ppt/media/image6.jpeg" Id="Ra420d4ff27b9476f" /><Relationship Type="http://schemas.openxmlformats.org/officeDocument/2006/relationships/image" Target="/ppt/media/image7.jpeg" Id="R99737dc601a54513" /><Relationship Type="http://schemas.openxmlformats.org/officeDocument/2006/relationships/image" Target="/ppt/media/image8.jpeg" Id="Racd27efdff8249fa" /><Relationship Type="http://schemas.openxmlformats.org/officeDocument/2006/relationships/notesSlide" Target="/ppt/notesSlides/notesSlide1.xml" Id="Ra8dd36704be44a2a"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85AC86ED-8437-4D0E-832A-3B9E214214EE}"/>
              </a:ext>
            </a:extLst>
          </p:cNvPr>
          <p:cNvSpPr>
            <a:spLocks xmlns:a="http://schemas.openxmlformats.org/drawingml/2006/main" noGrp="1"/>
          </p:cNvSpPr>
          <p:nvPr/>
        </p:nvSpPr>
        <p:spPr>
          <a:xfrm xmlns:a="http://schemas.openxmlformats.org/drawingml/2006/main" rot="0" flipH="0" flipV="0">
            <a:off x="0" y="6253163"/>
            <a:ext cx="21401056" cy="21994082"/>
          </a:xfrm>
          <a:custGeom xmlns:a="http://schemas.openxmlformats.org/drawingml/2006/main">
            <a:rect l="l" t="t" r="r" b="b"/>
            <a:pathLst>
              <a:path w="21401056" h="26276809">
                <a:moveTo>
                  <a:pt x="0" y="0"/>
                </a:moveTo>
                <a:lnTo>
                  <a:pt x="21401056" y="0"/>
                </a:lnTo>
                <a:lnTo>
                  <a:pt x="21401056" y="26276809"/>
                </a:lnTo>
                <a:lnTo>
                  <a:pt x="0" y="26276809"/>
                </a:lnTo>
                <a:lnTo>
                  <a:pt x="0" y="0"/>
                </a:lnTo>
                <a:close/>
              </a:path>
            </a:pathLst>
          </a:custGeom>
          <a:blipFill xmlns:a="http://schemas.openxmlformats.org/drawingml/2006/main">
            <a:blip xmlns:r="http://schemas.openxmlformats.org/officeDocument/2006/relationships" r:embed="R0334bf4443ff4685">
              <a:alphaModFix amt="19000"/>
            </a:blip>
            <a:srcRect l="12000" t="0" r="26000" b="0"/>
            <a:stretch>
              <a:fillRect l="0" t="0" r="0" b="0"/>
            </a:stretch>
          </a:blipFill>
        </p:spPr>
      </p:sp>
      <p:sp>
        <p:nvSpPr>
          <p:cNvPr id="4" name="Freeform 4">
            <a:extLst xmlns:a="http://schemas.openxmlformats.org/drawingml/2006/main">
              <a:ext uri="{FF2B5EF4-FFF2-40B4-BE49-F238E27FC236}">
                <a16:creationId xmlns:a16="http://schemas.microsoft.com/office/drawing/2014/main" id="{8F57E221-90F5-4358-98CE-B51E0C31E80A}"/>
              </a:ext>
            </a:extLst>
          </p:cNvPr>
          <p:cNvSpPr>
            <a:spLocks xmlns:a="http://schemas.openxmlformats.org/drawingml/2006/main" noGrp="1"/>
          </p:cNvSpPr>
          <p:nvPr/>
        </p:nvSpPr>
        <p:spPr>
          <a:xfrm xmlns:a="http://schemas.openxmlformats.org/drawingml/2006/main" rot="0" flipH="0" flipV="0">
            <a:off x="0" y="0"/>
            <a:ext cx="21401056" cy="6253162"/>
          </a:xfrm>
          <a:custGeom xmlns:a="http://schemas.openxmlformats.org/drawingml/2006/main">
            <a:rect l="l" t="t" r="r" b="b"/>
            <a:pathLst>
              <a:path w="28534742" h="8337550">
                <a:moveTo>
                  <a:pt x="0" y="0"/>
                </a:moveTo>
                <a:lnTo>
                  <a:pt x="28534742" y="0"/>
                </a:lnTo>
                <a:lnTo>
                  <a:pt x="28534742" y="8337550"/>
                </a:lnTo>
                <a:lnTo>
                  <a:pt x="0" y="8337550"/>
                </a:lnTo>
                <a:lnTo>
                  <a:pt x="0" y="0"/>
                </a:lnTo>
                <a:close/>
              </a:path>
            </a:pathLst>
          </a:custGeom>
          <a:blipFill xmlns:a="http://schemas.openxmlformats.org/drawingml/2006/main">
            <a:blip xmlns:r="http://schemas.openxmlformats.org/officeDocument/2006/relationships" r:embed="R08774d66e30b4b8f"/>
            <a:srcRect l="0" t="28000" r="0" b="28000"/>
            <a:stretch>
              <a:fillRect l="0" t="0" r="0" b="0"/>
            </a:stretch>
          </a:blipFill>
        </p:spPr>
      </p:sp>
      <p:sp>
        <p:nvSpPr>
          <p:cNvPr id="6" name="Freeform 6">
            <a:extLst xmlns:a="http://schemas.openxmlformats.org/drawingml/2006/main">
              <a:ext uri="{FF2B5EF4-FFF2-40B4-BE49-F238E27FC236}">
                <a16:creationId xmlns:a16="http://schemas.microsoft.com/office/drawing/2014/main" id="{D5D37049-61DD-46EE-BB82-D9C415ACB4F3}"/>
              </a:ext>
            </a:extLst>
          </p:cNvPr>
          <p:cNvSpPr>
            <a:spLocks xmlns:a="http://schemas.openxmlformats.org/drawingml/2006/main" noGrp="1"/>
          </p:cNvSpPr>
          <p:nvPr/>
        </p:nvSpPr>
        <p:spPr>
          <a:xfrm xmlns:a="http://schemas.openxmlformats.org/drawingml/2006/main" rot="0" flipH="0" flipV="0">
            <a:off x="0" y="0"/>
            <a:ext cx="14382750" cy="6253163"/>
          </a:xfrm>
          <a:custGeom xmlns:a="http://schemas.openxmlformats.org/drawingml/2006/main">
            <a:rect l="l" t="t" r="r" b="b"/>
            <a:pathLst>
              <a:path w="16172053" h="8337550">
                <a:moveTo>
                  <a:pt x="0" y="0"/>
                </a:moveTo>
                <a:lnTo>
                  <a:pt x="16172053" y="0"/>
                </a:lnTo>
                <a:lnTo>
                  <a:pt x="16172053" y="8337550"/>
                </a:lnTo>
                <a:lnTo>
                  <a:pt x="0" y="8337550"/>
                </a:lnTo>
                <a:close/>
              </a:path>
            </a:pathLst>
          </a:custGeom>
          <a:gradFill xmlns:a="http://schemas.openxmlformats.org/drawingml/2006/main">
            <a:gsLst>
              <a:gs pos="0">
                <a:srgbClr val="171717"/>
              </a:gs>
              <a:gs pos="70000">
                <a:srgbClr val="171717"/>
              </a:gs>
              <a:gs pos="80000">
                <a:srgbClr val="171717">
                  <a:alpha val="96000"/>
                </a:srgbClr>
              </a:gs>
              <a:gs pos="92000">
                <a:srgbClr val="171717">
                  <a:alpha val="58000"/>
                </a:srgbClr>
              </a:gs>
              <a:gs pos="100000">
                <a:srgbClr val="171717">
                  <a:alpha val="0"/>
                </a:srgbClr>
              </a:gs>
            </a:gsLst>
            <a:lin ang="5400000"/>
          </a:gradFill>
          <a:ln xmlns:a="http://schemas.openxmlformats.org/drawingml/2006/main" w="0">
            <a:noFill/>
            <a:prstDash val="solid"/>
          </a:ln>
        </p:spPr>
      </p:sp>
      <p:sp>
        <p:nvSpPr>
          <p:cNvPr id="8" name="Freeform 8">
            <a:extLst xmlns:a="http://schemas.openxmlformats.org/drawingml/2006/main">
              <a:ext uri="{FF2B5EF4-FFF2-40B4-BE49-F238E27FC236}">
                <a16:creationId xmlns:a16="http://schemas.microsoft.com/office/drawing/2014/main" id="{99612393-C9D3-4527-80E1-C74B8ABC8E0E}"/>
              </a:ext>
            </a:extLst>
          </p:cNvPr>
          <p:cNvSpPr>
            <a:spLocks xmlns:a="http://schemas.openxmlformats.org/drawingml/2006/main" noGrp="1"/>
          </p:cNvSpPr>
          <p:nvPr/>
        </p:nvSpPr>
        <p:spPr>
          <a:xfrm xmlns:a="http://schemas.openxmlformats.org/drawingml/2006/main" rot="0" flipH="0" flipV="0">
            <a:off x="0" y="6145387"/>
            <a:ext cx="21401056" cy="107822"/>
          </a:xfrm>
          <a:custGeom xmlns:a="http://schemas.openxmlformats.org/drawingml/2006/main">
            <a:rect l="l" t="t" r="r" b="b"/>
            <a:pathLst>
              <a:path w="28534742" h="143764">
                <a:moveTo>
                  <a:pt x="0" y="0"/>
                </a:moveTo>
                <a:lnTo>
                  <a:pt x="28534742" y="0"/>
                </a:lnTo>
                <a:lnTo>
                  <a:pt x="28534742" y="143764"/>
                </a:lnTo>
                <a:lnTo>
                  <a:pt x="0" y="143764"/>
                </a:lnTo>
                <a:close/>
              </a:path>
            </a:pathLst>
          </a:custGeom>
          <a:gradFill xmlns:a="http://schemas.openxmlformats.org/drawingml/2006/main">
            <a:gsLst>
              <a:gs pos="0">
                <a:srgbClr val="EB0028"/>
              </a:gs>
              <a:gs pos="48000">
                <a:srgbClr val="EB0028"/>
              </a:gs>
              <a:gs pos="100000">
                <a:srgbClr val="B0001E"/>
              </a:gs>
            </a:gsLst>
            <a:lin ang="5400000"/>
          </a:gradFill>
          <a:ln xmlns:a="http://schemas.openxmlformats.org/drawingml/2006/main" w="0">
            <a:noFill/>
            <a:prstDash val="solid"/>
          </a:ln>
        </p:spPr>
      </p:sp>
      <p:sp>
        <p:nvSpPr>
          <p:cNvPr id="10" name="Freeform 10">
            <a:extLst xmlns:a="http://schemas.openxmlformats.org/drawingml/2006/main">
              <a:ext uri="{FF2B5EF4-FFF2-40B4-BE49-F238E27FC236}">
                <a16:creationId xmlns:a16="http://schemas.microsoft.com/office/drawing/2014/main" id="{26FC2F2A-16CC-4A5F-B185-C4C044CB62B6}"/>
              </a:ext>
            </a:extLst>
          </p:cNvPr>
          <p:cNvSpPr>
            <a:spLocks xmlns:a="http://schemas.openxmlformats.org/drawingml/2006/main" noGrp="1"/>
          </p:cNvSpPr>
          <p:nvPr/>
        </p:nvSpPr>
        <p:spPr>
          <a:xfrm xmlns:a="http://schemas.openxmlformats.org/drawingml/2006/main" rot="0" flipH="0" flipV="0">
            <a:off x="916419" y="673837"/>
            <a:ext cx="3827431" cy="754760"/>
          </a:xfrm>
          <a:custGeom xmlns:a="http://schemas.openxmlformats.org/drawingml/2006/main">
            <a:rect l="l" t="t" r="r" b="b"/>
            <a:pathLst>
              <a:path w="5103241" h="1006348">
                <a:moveTo>
                  <a:pt x="0" y="431292"/>
                </a:moveTo>
                <a:cubicBezTo>
                  <a:pt x="0" y="193040"/>
                  <a:pt x="193040" y="0"/>
                  <a:pt x="431292" y="0"/>
                </a:cubicBezTo>
                <a:lnTo>
                  <a:pt x="4671949" y="0"/>
                </a:lnTo>
                <a:cubicBezTo>
                  <a:pt x="4910074" y="0"/>
                  <a:pt x="5103241" y="193040"/>
                  <a:pt x="5103241" y="431292"/>
                </a:cubicBezTo>
                <a:lnTo>
                  <a:pt x="5103241" y="575056"/>
                </a:lnTo>
                <a:cubicBezTo>
                  <a:pt x="5103241" y="813181"/>
                  <a:pt x="4910201" y="1006348"/>
                  <a:pt x="4671949" y="1006348"/>
                </a:cubicBezTo>
                <a:lnTo>
                  <a:pt x="431292" y="1006348"/>
                </a:lnTo>
                <a:cubicBezTo>
                  <a:pt x="193040" y="1006221"/>
                  <a:pt x="0" y="813181"/>
                  <a:pt x="0" y="575056"/>
                </a:cubicBezTo>
                <a:close/>
              </a:path>
            </a:pathLst>
          </a:custGeom>
          <a:solidFill xmlns:a="http://schemas.openxmlformats.org/drawingml/2006/main">
            <a:srgbClr val="650013"/>
          </a:solidFill>
          <a:ln xmlns:a="http://schemas.openxmlformats.org/drawingml/2006/main" w="0">
            <a:noFill/>
            <a:prstDash val="solid"/>
          </a:ln>
        </p:spPr>
      </p:sp>
      <p:sp>
        <p:nvSpPr>
          <p:cNvPr id="12" name="Freeform 12">
            <a:extLst xmlns:a="http://schemas.openxmlformats.org/drawingml/2006/main">
              <a:ext uri="{FF2B5EF4-FFF2-40B4-BE49-F238E27FC236}">
                <a16:creationId xmlns:a16="http://schemas.microsoft.com/office/drawing/2014/main" id="{D230E303-0EB8-4C6D-847B-4D67D4852F7F}"/>
              </a:ext>
            </a:extLst>
          </p:cNvPr>
          <p:cNvSpPr>
            <a:spLocks xmlns:a="http://schemas.openxmlformats.org/drawingml/2006/main" noGrp="1"/>
          </p:cNvSpPr>
          <p:nvPr/>
        </p:nvSpPr>
        <p:spPr>
          <a:xfrm xmlns:a="http://schemas.openxmlformats.org/drawingml/2006/main" rot="0" flipH="0" flipV="0">
            <a:off x="916419" y="673837"/>
            <a:ext cx="3827393" cy="754696"/>
          </a:xfrm>
          <a:custGeom xmlns:a="http://schemas.openxmlformats.org/drawingml/2006/main">
            <a:rect l="l" t="t" r="r" b="b"/>
            <a:pathLst>
              <a:path w="5103190" h="1006263">
                <a:moveTo>
                  <a:pt x="0" y="0"/>
                </a:moveTo>
                <a:lnTo>
                  <a:pt x="5103190" y="0"/>
                </a:lnTo>
                <a:lnTo>
                  <a:pt x="5103190" y="1006263"/>
                </a:lnTo>
                <a:lnTo>
                  <a:pt x="0" y="1006263"/>
                </a:lnTo>
                <a:close/>
              </a:path>
            </a:pathLst>
          </a:custGeom>
          <a:solidFill xmlns:a="http://schemas.openxmlformats.org/drawingml/2006/main">
            <a:srgbClr val="EB0028"/>
          </a:solidFill>
          <a:ln xmlns:a="http://schemas.openxmlformats.org/drawingml/2006/main" w="0">
            <a:noFill/>
            <a:prstDash val="solid"/>
          </a:ln>
        </p:spPr>
      </p:sp>
      <p:sp>
        <p:nvSpPr>
          <p:cNvPr id="13" name="TextBox 13">
            <a:extLst xmlns:a="http://schemas.openxmlformats.org/drawingml/2006/main">
              <a:ext uri="{FF2B5EF4-FFF2-40B4-BE49-F238E27FC236}">
                <a16:creationId xmlns:a16="http://schemas.microsoft.com/office/drawing/2014/main" id="{7475681D-88B8-45EA-80FD-7AC11E4F873B}"/>
              </a:ext>
            </a:extLst>
          </p:cNvPr>
          <p:cNvSpPr>
            <a:spLocks xmlns:a="http://schemas.openxmlformats.org/drawingml/2006/main" noGrp="1"/>
          </p:cNvSpPr>
          <p:nvPr/>
        </p:nvSpPr>
        <p:spPr>
          <a:xfrm xmlns:a="http://schemas.openxmlformats.org/drawingml/2006/main" rot="0" flipH="0" flipV="0">
            <a:off x="916419" y="666694"/>
            <a:ext cx="3827393" cy="761837"/>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ts val="3310"/>
              </a:lnSpc>
              <a:buNone/>
              <a:defRPr sz="2400" b="1">
                <a:solidFill>
                  <a:srgbClr val="FFFFFF"/>
                </a:solidFill>
                <a:latin typeface="Inter"/>
                <a:ea typeface="Inter"/>
                <a:cs typeface="Inter"/>
              </a:defRPr>
            </a:pPr>
            <a:r>
              <a:rPr sz="2400" b="1">
                <a:solidFill>
                  <a:srgbClr val="FFFFFF"/>
                </a:solidFill>
                <a:latin typeface="Inter"/>
                <a:ea typeface="Inter"/>
                <a:cs typeface="Inter"/>
              </a:rPr>
              <a:t>FREE PUBLIC EVENT</a:t>
            </a:r>
          </a:p>
        </p:txBody>
      </p:sp>
      <p:sp>
        <p:nvSpPr>
          <p:cNvPr id="15" name="Freeform 15">
            <a:extLst xmlns:a="http://schemas.openxmlformats.org/drawingml/2006/main">
              <a:ext uri="{FF2B5EF4-FFF2-40B4-BE49-F238E27FC236}">
                <a16:creationId xmlns:a16="http://schemas.microsoft.com/office/drawing/2014/main" id="{BD102C27-F484-4334-9F58-DF2349DF4E72}"/>
              </a:ext>
            </a:extLst>
          </p:cNvPr>
          <p:cNvSpPr>
            <a:spLocks xmlns:a="http://schemas.openxmlformats.org/drawingml/2006/main" noGrp="1"/>
          </p:cNvSpPr>
          <p:nvPr/>
        </p:nvSpPr>
        <p:spPr>
          <a:xfrm xmlns:a="http://schemas.openxmlformats.org/drawingml/2006/main" rot="0" flipH="0" flipV="0">
            <a:off x="916419" y="1523697"/>
            <a:ext cx="10511852" cy="1805882"/>
          </a:xfrm>
          <a:custGeom xmlns:a="http://schemas.openxmlformats.org/drawingml/2006/main">
            <a:rect l="l" t="t" r="r" b="b"/>
            <a:pathLst>
              <a:path w="14015803" h="2407843">
                <a:moveTo>
                  <a:pt x="0" y="0"/>
                </a:moveTo>
                <a:lnTo>
                  <a:pt x="14015803" y="0"/>
                </a:lnTo>
                <a:lnTo>
                  <a:pt x="14015803" y="2407843"/>
                </a:lnTo>
                <a:lnTo>
                  <a:pt x="0" y="2407843"/>
                </a:lnTo>
                <a:close/>
              </a:path>
            </a:pathLst>
          </a:custGeom>
          <a:noFill xmlns:a="http://schemas.openxmlformats.org/drawingml/2006/main"/>
          <a:ln xmlns:a="http://schemas.openxmlformats.org/drawingml/2006/main" w="0">
            <a:noFill/>
            <a:prstDash val="solid"/>
          </a:ln>
        </p:spPr>
      </p:sp>
      <p:sp>
        <p:nvSpPr>
          <p:cNvPr id="16" name="TextBox 16">
            <a:extLst xmlns:a="http://schemas.openxmlformats.org/drawingml/2006/main">
              <a:ext uri="{FF2B5EF4-FFF2-40B4-BE49-F238E27FC236}">
                <a16:creationId xmlns:a16="http://schemas.microsoft.com/office/drawing/2014/main" id="{9F556AC9-F08E-4425-AED7-94C185E02E5F}"/>
              </a:ext>
            </a:extLst>
          </p:cNvPr>
          <p:cNvSpPr>
            <a:spLocks xmlns:a="http://schemas.openxmlformats.org/drawingml/2006/main" noGrp="1"/>
          </p:cNvSpPr>
          <p:nvPr/>
        </p:nvSpPr>
        <p:spPr>
          <a:xfrm xmlns:a="http://schemas.openxmlformats.org/drawingml/2006/main" rot="0" flipH="0" flipV="0">
            <a:off x="916419" y="1516554"/>
            <a:ext cx="10511857" cy="1813026"/>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ts val="14007"/>
              </a:lnSpc>
              <a:buNone/>
              <a:defRPr sz="11550" b="1">
                <a:solidFill>
                  <a:srgbClr val="FFFFFF"/>
                </a:solidFill>
                <a:latin typeface="Inter"/>
                <a:ea typeface="Inter"/>
                <a:cs typeface="Inter"/>
              </a:defRPr>
            </a:pPr>
            <a:r>
              <a:rPr sz="11550" b="1">
                <a:solidFill>
                  <a:srgbClr val="FFFFFF"/>
                </a:solidFill>
                <a:latin typeface="Inter"/>
                <a:ea typeface="Inter"/>
                <a:cs typeface="Inter"/>
              </a:rPr>
              <a:t>Retooling</a:t>
            </a:r>
          </a:p>
        </p:txBody>
      </p:sp>
      <p:sp>
        <p:nvSpPr>
          <p:cNvPr id="18" name="Freeform 18">
            <a:extLst xmlns:a="http://schemas.openxmlformats.org/drawingml/2006/main">
              <a:ext uri="{FF2B5EF4-FFF2-40B4-BE49-F238E27FC236}">
                <a16:creationId xmlns:a16="http://schemas.microsoft.com/office/drawing/2014/main" id="{98F10FD6-202C-4B9C-A218-D7F36F204F2A}"/>
              </a:ext>
            </a:extLst>
          </p:cNvPr>
          <p:cNvSpPr>
            <a:spLocks xmlns:a="http://schemas.openxmlformats.org/drawingml/2006/main" noGrp="1"/>
          </p:cNvSpPr>
          <p:nvPr/>
        </p:nvSpPr>
        <p:spPr>
          <a:xfrm xmlns:a="http://schemas.openxmlformats.org/drawingml/2006/main" rot="0" flipH="0" flipV="0">
            <a:off x="970321" y="5255924"/>
            <a:ext cx="10727480" cy="545689"/>
          </a:xfrm>
          <a:custGeom xmlns:a="http://schemas.openxmlformats.org/drawingml/2006/main">
            <a:rect l="l" t="t" r="r" b="b"/>
            <a:pathLst>
              <a:path w="14303307" h="727585">
                <a:moveTo>
                  <a:pt x="0" y="0"/>
                </a:moveTo>
                <a:lnTo>
                  <a:pt x="14303307" y="0"/>
                </a:lnTo>
                <a:lnTo>
                  <a:pt x="14303307" y="727585"/>
                </a:lnTo>
                <a:lnTo>
                  <a:pt x="0" y="727585"/>
                </a:lnTo>
                <a:close/>
              </a:path>
            </a:pathLst>
          </a:custGeom>
          <a:noFill xmlns:a="http://schemas.openxmlformats.org/drawingml/2006/main"/>
          <a:ln xmlns:a="http://schemas.openxmlformats.org/drawingml/2006/main" w="0">
            <a:noFill/>
            <a:prstDash val="solid"/>
          </a:ln>
        </p:spPr>
      </p:sp>
      <p:sp>
        <p:nvSpPr>
          <p:cNvPr id="19" name="TextBox 19">
            <a:extLst xmlns:a="http://schemas.openxmlformats.org/drawingml/2006/main">
              <a:ext uri="{FF2B5EF4-FFF2-40B4-BE49-F238E27FC236}">
                <a16:creationId xmlns:a16="http://schemas.microsoft.com/office/drawing/2014/main" id="{792E1055-8242-42D9-9C80-A747DC8EAE3C}"/>
              </a:ext>
            </a:extLst>
          </p:cNvPr>
          <p:cNvSpPr>
            <a:spLocks xmlns:a="http://schemas.openxmlformats.org/drawingml/2006/main" noGrp="1"/>
          </p:cNvSpPr>
          <p:nvPr/>
        </p:nvSpPr>
        <p:spPr>
          <a:xfrm xmlns:a="http://schemas.openxmlformats.org/drawingml/2006/main" rot="0" flipH="0" flipV="0">
            <a:off x="970321" y="5248781"/>
            <a:ext cx="10727484" cy="55283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ts val="3185"/>
              </a:lnSpc>
              <a:buNone/>
              <a:defRPr sz="2550" b="1">
                <a:solidFill>
                  <a:srgbClr val="EB0028"/>
                </a:solidFill>
                <a:latin typeface="Inter"/>
                <a:ea typeface="Inter"/>
                <a:cs typeface="Inter"/>
              </a:defRPr>
            </a:pPr>
            <a:r>
              <a:rPr sz="2550" b="1">
                <a:solidFill>
                  <a:srgbClr val="EB0028"/>
                </a:solidFill>
                <a:latin typeface="Inter"/>
                <a:ea typeface="Inter"/>
                <a:cs typeface="Inter"/>
              </a:rPr>
              <a:t>TEDxAuburnHills  •  OCTOBER 10, 2026</a:t>
            </a:r>
          </a:p>
        </p:txBody>
      </p:sp>
      <p:sp>
        <p:nvSpPr>
          <p:cNvPr id="21" name="Freeform 21">
            <a:extLst xmlns:a="http://schemas.openxmlformats.org/drawingml/2006/main">
              <a:ext uri="{FF2B5EF4-FFF2-40B4-BE49-F238E27FC236}">
                <a16:creationId xmlns:a16="http://schemas.microsoft.com/office/drawing/2014/main" id="{2AD79064-DB7C-4FB2-898B-63964C6CFDCA}"/>
              </a:ext>
            </a:extLst>
          </p:cNvPr>
          <p:cNvSpPr>
            <a:spLocks xmlns:a="http://schemas.openxmlformats.org/drawingml/2006/main" noGrp="1"/>
          </p:cNvSpPr>
          <p:nvPr/>
        </p:nvSpPr>
        <p:spPr>
          <a:xfrm xmlns:a="http://schemas.openxmlformats.org/drawingml/2006/main" rot="0" flipH="0" flipV="0">
            <a:off x="13620750" y="4333875"/>
            <a:ext cx="6572250" cy="1466850"/>
          </a:xfrm>
          <a:custGeom xmlns:a="http://schemas.openxmlformats.org/drawingml/2006/main">
            <a:rect l="l" t="t" r="r" b="b"/>
            <a:pathLst>
              <a:path w="7033506" h="1732087">
                <a:moveTo>
                  <a:pt x="0" y="506996"/>
                </a:moveTo>
                <a:cubicBezTo>
                  <a:pt x="0" y="226924"/>
                  <a:pt x="136884" y="0"/>
                  <a:pt x="305827" y="0"/>
                </a:cubicBezTo>
                <a:lnTo>
                  <a:pt x="6727657" y="0"/>
                </a:lnTo>
                <a:cubicBezTo>
                  <a:pt x="6896510" y="0"/>
                  <a:pt x="7033506" y="226924"/>
                  <a:pt x="7033506" y="506996"/>
                </a:cubicBezTo>
                <a:lnTo>
                  <a:pt x="7033506" y="1225091"/>
                </a:lnTo>
                <a:cubicBezTo>
                  <a:pt x="7033506" y="1505013"/>
                  <a:pt x="6896600" y="1732087"/>
                  <a:pt x="6727657" y="1732087"/>
                </a:cubicBezTo>
                <a:lnTo>
                  <a:pt x="305827" y="1732087"/>
                </a:lnTo>
                <a:cubicBezTo>
                  <a:pt x="136884" y="1732087"/>
                  <a:pt x="0" y="1505163"/>
                  <a:pt x="0" y="1225091"/>
                </a:cubicBezTo>
                <a:close/>
              </a:path>
            </a:pathLst>
          </a:custGeom>
          <a:gradFill xmlns:a="http://schemas.openxmlformats.org/drawingml/2006/main">
            <a:gsLst>
              <a:gs pos="0">
                <a:srgbClr val="650013"/>
              </a:gs>
              <a:gs pos="100000">
                <a:srgbClr val="EB0028"/>
              </a:gs>
            </a:gsLst>
            <a:lin ang="5400000"/>
          </a:gradFill>
          <a:ln xmlns:a="http://schemas.openxmlformats.org/drawingml/2006/main" w="0">
            <a:no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23" name="Freeform 23">
            <a:extLst xmlns:a="http://schemas.openxmlformats.org/drawingml/2006/main">
              <a:ext uri="{FF2B5EF4-FFF2-40B4-BE49-F238E27FC236}">
                <a16:creationId xmlns:a16="http://schemas.microsoft.com/office/drawing/2014/main" id="{180F0A9B-1F69-4DDB-9CA2-D9E8004BE325}"/>
              </a:ext>
            </a:extLst>
          </p:cNvPr>
          <p:cNvSpPr>
            <a:spLocks xmlns:a="http://schemas.openxmlformats.org/drawingml/2006/main" noGrp="1"/>
          </p:cNvSpPr>
          <p:nvPr/>
        </p:nvSpPr>
        <p:spPr>
          <a:xfrm xmlns:a="http://schemas.openxmlformats.org/drawingml/2006/main" rot="0" flipH="0" flipV="0">
            <a:off x="13506450" y="4219575"/>
            <a:ext cx="6572250" cy="1466850"/>
          </a:xfrm>
          <a:custGeom xmlns:a="http://schemas.openxmlformats.org/drawingml/2006/main">
            <a:rect l="l" t="t" r="r" b="b"/>
            <a:pathLst>
              <a:path w="9200117" h="1426330">
                <a:moveTo>
                  <a:pt x="0" y="0"/>
                </a:moveTo>
                <a:lnTo>
                  <a:pt x="9200117" y="0"/>
                </a:lnTo>
                <a:lnTo>
                  <a:pt x="9200117" y="1426330"/>
                </a:lnTo>
                <a:lnTo>
                  <a:pt x="0" y="1426330"/>
                </a:lnTo>
                <a:close/>
              </a:path>
            </a:pathLst>
          </a:custGeom>
          <a:gradFill xmlns:a="http://schemas.openxmlformats.org/drawingml/2006/main">
            <a:gsLst>
              <a:gs pos="0">
                <a:srgbClr val="FFFFFF">
                  <a:alpha val="97000"/>
                </a:srgbClr>
              </a:gs>
              <a:gs pos="100000">
                <a:srgbClr val="FFF0EE">
                  <a:alpha val="93000"/>
                </a:srgbClr>
              </a:gs>
            </a:gsLst>
            <a:lin ang="8100000"/>
          </a:gradFill>
          <a:ln xmlns:a="http://schemas.openxmlformats.org/drawingml/2006/main" w="14288">
            <a:solidFill>
              <a:srgbClr val="FFFFFF">
                <a:alpha val="70000"/>
              </a:srgbClr>
            </a:solidFill>
            <a:prstDash val="solid"/>
          </a:ln>
        </p:spPr>
      </p:sp>
      <p:sp>
        <p:nvSpPr>
          <p:cNvPr id="24" name="TextBox 24">
            <a:extLst xmlns:a="http://schemas.openxmlformats.org/drawingml/2006/main">
              <a:ext uri="{FF2B5EF4-FFF2-40B4-BE49-F238E27FC236}">
                <a16:creationId xmlns:a16="http://schemas.microsoft.com/office/drawing/2014/main" id="{363B3BF6-07B7-4711-B181-BD921A45785F}"/>
              </a:ext>
            </a:extLst>
          </p:cNvPr>
          <p:cNvSpPr>
            <a:spLocks xmlns:a="http://schemas.openxmlformats.org/drawingml/2006/main" noGrp="1"/>
          </p:cNvSpPr>
          <p:nvPr/>
        </p:nvSpPr>
        <p:spPr>
          <a:xfrm xmlns:a="http://schemas.openxmlformats.org/drawingml/2006/main" rot="0" flipH="0" flipV="0">
            <a:off x="13792200" y="4343400"/>
            <a:ext cx="6000750" cy="1219200"/>
          </a:xfrm>
          <a:prstGeom xmlns:a="http://schemas.openxmlformats.org/drawingml/2006/main" prst="rect">
            <a:avLst/>
          </a:prstGeom>
        </p:spPr>
        <p:txBody>
          <a:bodyPr xmlns:a="http://schemas.openxmlformats.org/drawingml/2006/main" lIns="57150" tIns="47625" rIns="57150" bIns="47625" anchor="ctr">
            <a:normAutofit fontScale="100000"/>
          </a:bodyPr>
          <a:lstStyle xmlns:a="http://schemas.openxmlformats.org/drawingml/2006/main"/>
          <a:p xmlns:a="http://schemas.openxmlformats.org/drawingml/2006/main">
            <a:pPr algn="ctr"/>
            <a:r>
              <a:rPr sz="2925" b="1">
                <a:solidFill>
                  <a:srgbClr val="B0001E"/>
                </a:solidFill>
                <a:latin typeface="Inter"/>
                <a:ea typeface="Inter"/>
                <a:cs typeface="Inter"/>
              </a:rPr>
              <a:t>SATURDAY  ·  OCT 10  ·  2026</a:t>
            </a:r>
          </a:p>
          <a:p xmlns:a="http://schemas.openxmlformats.org/drawingml/2006/main">
            <a:pPr algn="ctr"/>
            <a:r>
              <a:rPr sz="2325">
                <a:solidFill>
                  <a:srgbClr val="171717"/>
                </a:solidFill>
                <a:latin typeface="EB Garamond"/>
                <a:ea typeface="EB Garamond"/>
                <a:cs typeface="EB Garamond"/>
              </a:rPr>
              <a:t>11:00 a.m.–3:00 p.m.  ·  Eastern</a:t>
            </a:r>
          </a:p>
        </p:txBody>
      </p:sp>
      <p:sp>
        <p:nvSpPr>
          <p:cNvPr id="27" name="Freeform 27">
            <a:extLst xmlns:a="http://schemas.openxmlformats.org/drawingml/2006/main">
              <a:ext uri="{FF2B5EF4-FFF2-40B4-BE49-F238E27FC236}">
                <a16:creationId xmlns:a16="http://schemas.microsoft.com/office/drawing/2014/main" id="{81F06790-DD9D-4299-A0B6-DEE18D97D572}"/>
              </a:ext>
            </a:extLst>
          </p:cNvPr>
          <p:cNvSpPr>
            <a:spLocks xmlns:a="http://schemas.openxmlformats.org/drawingml/2006/main" noGrp="1"/>
          </p:cNvSpPr>
          <p:nvPr/>
        </p:nvSpPr>
        <p:spPr>
          <a:xfrm xmlns:a="http://schemas.openxmlformats.org/drawingml/2006/main" rot="0" flipH="0" flipV="0">
            <a:off x="791337" y="10701528"/>
            <a:ext cx="134684" cy="565976"/>
          </a:xfrm>
          <a:custGeom xmlns:a="http://schemas.openxmlformats.org/drawingml/2006/main">
            <a:rect l="l" t="t" r="r" b="b"/>
            <a:pathLst>
              <a:path w="179578" h="754634">
                <a:moveTo>
                  <a:pt x="0" y="89789"/>
                </a:moveTo>
                <a:cubicBezTo>
                  <a:pt x="0" y="40259"/>
                  <a:pt x="40259" y="0"/>
                  <a:pt x="89789" y="0"/>
                </a:cubicBezTo>
                <a:cubicBezTo>
                  <a:pt x="139319" y="0"/>
                  <a:pt x="179578" y="40259"/>
                  <a:pt x="179578" y="89789"/>
                </a:cubicBezTo>
                <a:lnTo>
                  <a:pt x="179578" y="664845"/>
                </a:lnTo>
                <a:cubicBezTo>
                  <a:pt x="179578" y="714502"/>
                  <a:pt x="139319" y="754634"/>
                  <a:pt x="89789" y="754634"/>
                </a:cubicBezTo>
                <a:cubicBezTo>
                  <a:pt x="40259" y="754634"/>
                  <a:pt x="0" y="714502"/>
                  <a:pt x="0" y="664845"/>
                </a:cubicBezTo>
                <a:close/>
              </a:path>
            </a:pathLst>
          </a:custGeom>
          <a:solidFill xmlns:a="http://schemas.openxmlformats.org/drawingml/2006/main">
            <a:srgbClr val="EB0028"/>
          </a:solidFill>
          <a:ln xmlns:a="http://schemas.openxmlformats.org/drawingml/2006/main" w="0">
            <a:noFill/>
            <a:prstDash val="solid"/>
          </a:ln>
        </p:spPr>
      </p:sp>
      <p:sp>
        <p:nvSpPr>
          <p:cNvPr id="29" name="Freeform 29">
            <a:extLst xmlns:a="http://schemas.openxmlformats.org/drawingml/2006/main">
              <a:ext uri="{FF2B5EF4-FFF2-40B4-BE49-F238E27FC236}">
                <a16:creationId xmlns:a16="http://schemas.microsoft.com/office/drawing/2014/main" id="{0CF2F591-C525-45BD-83FF-49698D735265}"/>
              </a:ext>
            </a:extLst>
          </p:cNvPr>
          <p:cNvSpPr>
            <a:spLocks xmlns:a="http://schemas.openxmlformats.org/drawingml/2006/main" noGrp="1"/>
          </p:cNvSpPr>
          <p:nvPr/>
        </p:nvSpPr>
        <p:spPr>
          <a:xfrm xmlns:a="http://schemas.openxmlformats.org/drawingml/2006/main" rot="0" flipH="0" flipV="0">
            <a:off x="1141667" y="10620661"/>
            <a:ext cx="5956745" cy="781622"/>
          </a:xfrm>
          <a:custGeom xmlns:a="http://schemas.openxmlformats.org/drawingml/2006/main">
            <a:rect l="l" t="t" r="r" b="b"/>
            <a:pathLst>
              <a:path w="7942289" h="1042201">
                <a:moveTo>
                  <a:pt x="0" y="0"/>
                </a:moveTo>
                <a:lnTo>
                  <a:pt x="7942289" y="0"/>
                </a:lnTo>
                <a:lnTo>
                  <a:pt x="7942289" y="1042201"/>
                </a:lnTo>
                <a:lnTo>
                  <a:pt x="0" y="1042201"/>
                </a:lnTo>
                <a:close/>
              </a:path>
            </a:pathLst>
          </a:custGeom>
          <a:noFill xmlns:a="http://schemas.openxmlformats.org/drawingml/2006/main"/>
          <a:ln xmlns:a="http://schemas.openxmlformats.org/drawingml/2006/main" w="0">
            <a:noFill/>
            <a:prstDash val="solid"/>
          </a:ln>
        </p:spPr>
      </p:sp>
      <p:sp>
        <p:nvSpPr>
          <p:cNvPr id="30" name="TextBox 30">
            <a:extLst xmlns:a="http://schemas.openxmlformats.org/drawingml/2006/main">
              <a:ext uri="{FF2B5EF4-FFF2-40B4-BE49-F238E27FC236}">
                <a16:creationId xmlns:a16="http://schemas.microsoft.com/office/drawing/2014/main" id="{0CAC0780-5769-478E-AC66-9BF2F944EB96}"/>
              </a:ext>
            </a:extLst>
          </p:cNvPr>
          <p:cNvSpPr>
            <a:spLocks xmlns:a="http://schemas.openxmlformats.org/drawingml/2006/main" noGrp="1"/>
          </p:cNvSpPr>
          <p:nvPr/>
        </p:nvSpPr>
        <p:spPr>
          <a:xfrm xmlns:a="http://schemas.openxmlformats.org/drawingml/2006/main" rot="0" flipH="0" flipV="0">
            <a:off x="1141667" y="10613612"/>
            <a:ext cx="5956745" cy="788765"/>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ts val="5093"/>
              </a:lnSpc>
              <a:buNone/>
              <a:defRPr sz="4050" b="1">
                <a:solidFill>
                  <a:srgbClr val="B0001E"/>
                </a:solidFill>
                <a:latin typeface="Inter"/>
                <a:ea typeface="Inter"/>
                <a:cs typeface="Inter"/>
              </a:defRPr>
            </a:pPr>
            <a:r>
              <a:rPr sz="4050" b="1">
                <a:solidFill>
                  <a:srgbClr val="B0001E"/>
                </a:solidFill>
                <a:latin typeface="Inter"/>
                <a:ea typeface="Inter"/>
                <a:cs typeface="Inter"/>
              </a:rPr>
              <a:t>Event timeline</a:t>
            </a:r>
          </a:p>
        </p:txBody>
      </p:sp>
      <p:sp>
        <p:nvSpPr>
          <p:cNvPr id="32" name="Freeform 32">
            <a:extLst xmlns:a="http://schemas.openxmlformats.org/drawingml/2006/main">
              <a:ext uri="{FF2B5EF4-FFF2-40B4-BE49-F238E27FC236}">
                <a16:creationId xmlns:a16="http://schemas.microsoft.com/office/drawing/2014/main" id="{F384115C-B568-4059-A174-4057B56757E8}"/>
              </a:ext>
            </a:extLst>
          </p:cNvPr>
          <p:cNvSpPr>
            <a:spLocks xmlns:a="http://schemas.openxmlformats.org/drawingml/2006/main" noGrp="1"/>
          </p:cNvSpPr>
          <p:nvPr/>
        </p:nvSpPr>
        <p:spPr>
          <a:xfrm xmlns:a="http://schemas.openxmlformats.org/drawingml/2006/main" rot="0" flipH="0" flipV="0">
            <a:off x="1141667" y="11348466"/>
            <a:ext cx="5956745" cy="40386"/>
          </a:xfrm>
          <a:custGeom xmlns:a="http://schemas.openxmlformats.org/drawingml/2006/main">
            <a:rect l="l" t="t" r="r" b="b"/>
            <a:pathLst>
              <a:path w="7942326" h="53848">
                <a:moveTo>
                  <a:pt x="0" y="0"/>
                </a:moveTo>
                <a:lnTo>
                  <a:pt x="7942326" y="0"/>
                </a:lnTo>
                <a:lnTo>
                  <a:pt x="7942326" y="53848"/>
                </a:lnTo>
                <a:lnTo>
                  <a:pt x="0" y="53848"/>
                </a:lnTo>
                <a:close/>
              </a:path>
            </a:pathLst>
          </a:custGeom>
          <a:solidFill xmlns:a="http://schemas.openxmlformats.org/drawingml/2006/main">
            <a:srgbClr val="EB0028">
              <a:alpha val="24000"/>
            </a:srgbClr>
          </a:solidFill>
          <a:ln xmlns:a="http://schemas.openxmlformats.org/drawingml/2006/main" w="0">
            <a:noFill/>
            <a:prstDash val="solid"/>
          </a:ln>
        </p:spPr>
      </p:sp>
      <p:sp>
        <p:nvSpPr>
          <p:cNvPr id="34" name="Freeform 34">
            <a:extLst xmlns:a="http://schemas.openxmlformats.org/drawingml/2006/main">
              <a:ext uri="{FF2B5EF4-FFF2-40B4-BE49-F238E27FC236}">
                <a16:creationId xmlns:a16="http://schemas.microsoft.com/office/drawing/2014/main" id="{AEAD7EAA-E84A-4508-B8DD-2BC5266E8E3F}"/>
              </a:ext>
            </a:extLst>
          </p:cNvPr>
          <p:cNvSpPr>
            <a:spLocks xmlns:a="http://schemas.openxmlformats.org/drawingml/2006/main" noGrp="1"/>
          </p:cNvSpPr>
          <p:nvPr/>
        </p:nvSpPr>
        <p:spPr>
          <a:xfrm xmlns:a="http://schemas.openxmlformats.org/drawingml/2006/main" rot="0" flipH="0" flipV="0">
            <a:off x="8356378" y="11572875"/>
            <a:ext cx="12359735" cy="9048750"/>
          </a:xfrm>
          <a:custGeom xmlns:a="http://schemas.openxmlformats.org/drawingml/2006/main">
            <a:rect l="l" t="t" r="r" b="b"/>
            <a:pathLst>
              <a:path w="9520951" h="8265668">
                <a:moveTo>
                  <a:pt x="0" y="431165"/>
                </a:moveTo>
                <a:cubicBezTo>
                  <a:pt x="0" y="193040"/>
                  <a:pt x="218555" y="0"/>
                  <a:pt x="488154" y="0"/>
                </a:cubicBezTo>
                <a:lnTo>
                  <a:pt x="9032796" y="0"/>
                </a:lnTo>
                <a:cubicBezTo>
                  <a:pt x="9302395" y="0"/>
                  <a:pt x="9520951" y="193040"/>
                  <a:pt x="9520951" y="431165"/>
                </a:cubicBezTo>
                <a:lnTo>
                  <a:pt x="9520951" y="7834503"/>
                </a:lnTo>
                <a:cubicBezTo>
                  <a:pt x="9520951" y="8072628"/>
                  <a:pt x="9302395" y="8265668"/>
                  <a:pt x="9032796" y="8265668"/>
                </a:cubicBezTo>
                <a:lnTo>
                  <a:pt x="488154" y="8265668"/>
                </a:lnTo>
                <a:cubicBezTo>
                  <a:pt x="218555" y="8265668"/>
                  <a:pt x="0" y="8072628"/>
                  <a:pt x="0" y="7834503"/>
                </a:cubicBezTo>
                <a:close/>
              </a:path>
            </a:pathLst>
          </a:custGeom>
          <a:gradFill xmlns:a="http://schemas.openxmlformats.org/drawingml/2006/main">
            <a:gsLst>
              <a:gs pos="0">
                <a:srgbClr val="171717">
                  <a:alpha val="98000"/>
                </a:srgbClr>
              </a:gs>
              <a:gs pos="58000">
                <a:srgbClr val="252222">
                  <a:alpha val="97000"/>
                </a:srgbClr>
              </a:gs>
              <a:gs pos="100000">
                <a:srgbClr val="650013">
                  <a:alpha val="96000"/>
                </a:srgbClr>
              </a:gs>
            </a:gsLst>
            <a:lin ang="8700000"/>
          </a:gradFill>
          <a:ln xmlns:a="http://schemas.openxmlformats.org/drawingml/2006/main" w="19050">
            <a:solidFill>
              <a:srgbClr val="EB0028">
                <a:alpha val="30000"/>
              </a:srgbClr>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sp>
        <p:nvSpPr>
          <p:cNvPr id="36" name="Freeform 36">
            <a:extLst xmlns:a="http://schemas.openxmlformats.org/drawingml/2006/main">
              <a:ext uri="{FF2B5EF4-FFF2-40B4-BE49-F238E27FC236}">
                <a16:creationId xmlns:a16="http://schemas.microsoft.com/office/drawing/2014/main" id="{B44CB81B-BA0E-4765-A92B-01AE9006F6EF}"/>
              </a:ext>
            </a:extLst>
          </p:cNvPr>
          <p:cNvSpPr>
            <a:spLocks xmlns:a="http://schemas.openxmlformats.org/drawingml/2006/main" noGrp="1"/>
          </p:cNvSpPr>
          <p:nvPr/>
        </p:nvSpPr>
        <p:spPr>
          <a:xfrm xmlns:a="http://schemas.openxmlformats.org/drawingml/2006/main" rot="0" flipH="0" flipV="0">
            <a:off x="1401604" y="12134850"/>
            <a:ext cx="61055" cy="7086600"/>
          </a:xfrm>
          <a:custGeom xmlns:a="http://schemas.openxmlformats.org/drawingml/2006/main">
            <a:rect l="l" t="t" r="r" b="b"/>
            <a:pathLst>
              <a:path w="81383" h="5965698">
                <a:moveTo>
                  <a:pt x="0" y="0"/>
                </a:moveTo>
                <a:lnTo>
                  <a:pt x="81383" y="0"/>
                </a:lnTo>
                <a:lnTo>
                  <a:pt x="81383" y="5965698"/>
                </a:lnTo>
                <a:lnTo>
                  <a:pt x="0" y="5965698"/>
                </a:lnTo>
                <a:close/>
              </a:path>
            </a:pathLst>
          </a:custGeom>
          <a:solidFill xmlns:a="http://schemas.openxmlformats.org/drawingml/2006/main">
            <a:srgbClr val="EB0028"/>
          </a:solidFill>
          <a:ln xmlns:a="http://schemas.openxmlformats.org/drawingml/2006/main" w="0">
            <a:noFill/>
            <a:prstDash val="solid"/>
          </a:ln>
        </p:spPr>
      </p:sp>
      <p:sp>
        <p:nvSpPr>
          <p:cNvPr id="38" name="Freeform 38">
            <a:extLst xmlns:a="http://schemas.openxmlformats.org/drawingml/2006/main">
              <a:ext uri="{FF2B5EF4-FFF2-40B4-BE49-F238E27FC236}">
                <a16:creationId xmlns:a16="http://schemas.microsoft.com/office/drawing/2014/main" id="{A853BCFB-4CB4-426F-B46E-8CD8A6BD3187}"/>
              </a:ext>
            </a:extLst>
          </p:cNvPr>
          <p:cNvSpPr>
            <a:spLocks xmlns:a="http://schemas.openxmlformats.org/drawingml/2006/main" noGrp="1"/>
          </p:cNvSpPr>
          <p:nvPr/>
        </p:nvSpPr>
        <p:spPr>
          <a:xfrm xmlns:a="http://schemas.openxmlformats.org/drawingml/2006/main" rot="0" flipH="0" flipV="0">
            <a:off x="1188053" y="12011025"/>
            <a:ext cx="488252" cy="431292"/>
          </a:xfrm>
          <a:custGeom xmlns:a="http://schemas.openxmlformats.org/drawingml/2006/main">
            <a:rect l="l" t="t" r="r" b="b"/>
            <a:pathLst>
              <a:path w="651057" h="575056">
                <a:moveTo>
                  <a:pt x="0" y="287528"/>
                </a:moveTo>
                <a:cubicBezTo>
                  <a:pt x="0" y="128778"/>
                  <a:pt x="145799" y="0"/>
                  <a:pt x="325532" y="0"/>
                </a:cubicBezTo>
                <a:cubicBezTo>
                  <a:pt x="505265" y="0"/>
                  <a:pt x="651057" y="128778"/>
                  <a:pt x="651057" y="287528"/>
                </a:cubicBezTo>
                <a:cubicBezTo>
                  <a:pt x="651057" y="446278"/>
                  <a:pt x="505265" y="575056"/>
                  <a:pt x="325532" y="575056"/>
                </a:cubicBezTo>
                <a:cubicBezTo>
                  <a:pt x="145799" y="575056"/>
                  <a:pt x="0" y="446278"/>
                  <a:pt x="0" y="287528"/>
                </a:cubicBezTo>
                <a:close/>
              </a:path>
            </a:pathLst>
          </a:custGeom>
          <a:solidFill xmlns:a="http://schemas.openxmlformats.org/drawingml/2006/main">
            <a:srgbClr val="FFFFFF"/>
          </a:solidFill>
          <a:ln xmlns:a="http://schemas.openxmlformats.org/drawingml/2006/main" w="38100">
            <a:solidFill>
              <a:srgbClr val="EB0028"/>
            </a:solidFill>
            <a:prstDash val="solid"/>
          </a:ln>
        </p:spPr>
      </p:sp>
      <p:sp>
        <p:nvSpPr>
          <p:cNvPr id="40" name="Freeform 40">
            <a:extLst xmlns:a="http://schemas.openxmlformats.org/drawingml/2006/main">
              <a:ext uri="{FF2B5EF4-FFF2-40B4-BE49-F238E27FC236}">
                <a16:creationId xmlns:a16="http://schemas.microsoft.com/office/drawing/2014/main" id="{4CC1C7DC-760D-460D-9A43-5F01DA7EB817}"/>
              </a:ext>
            </a:extLst>
          </p:cNvPr>
          <p:cNvSpPr>
            <a:spLocks xmlns:a="http://schemas.openxmlformats.org/drawingml/2006/main" noGrp="1"/>
          </p:cNvSpPr>
          <p:nvPr/>
        </p:nvSpPr>
        <p:spPr>
          <a:xfrm xmlns:a="http://schemas.openxmlformats.org/drawingml/2006/main" rot="0" flipH="0" flipV="0">
            <a:off x="1188053" y="13573125"/>
            <a:ext cx="488252" cy="431292"/>
          </a:xfrm>
          <a:custGeom xmlns:a="http://schemas.openxmlformats.org/drawingml/2006/main">
            <a:rect l="l" t="t" r="r" b="b"/>
            <a:pathLst>
              <a:path w="651057" h="575056">
                <a:moveTo>
                  <a:pt x="0" y="287528"/>
                </a:moveTo>
                <a:cubicBezTo>
                  <a:pt x="0" y="128778"/>
                  <a:pt x="145799" y="0"/>
                  <a:pt x="325532" y="0"/>
                </a:cubicBezTo>
                <a:cubicBezTo>
                  <a:pt x="505265" y="0"/>
                  <a:pt x="651057" y="128778"/>
                  <a:pt x="651057" y="287528"/>
                </a:cubicBezTo>
                <a:cubicBezTo>
                  <a:pt x="651057" y="446278"/>
                  <a:pt x="505265" y="575056"/>
                  <a:pt x="325532" y="575056"/>
                </a:cubicBezTo>
                <a:cubicBezTo>
                  <a:pt x="145799" y="575056"/>
                  <a:pt x="0" y="446278"/>
                  <a:pt x="0" y="287528"/>
                </a:cubicBezTo>
                <a:close/>
              </a:path>
            </a:pathLst>
          </a:custGeom>
          <a:solidFill xmlns:a="http://schemas.openxmlformats.org/drawingml/2006/main">
            <a:srgbClr val="FFFFFF"/>
          </a:solidFill>
          <a:ln xmlns:a="http://schemas.openxmlformats.org/drawingml/2006/main" w="38100">
            <a:solidFill>
              <a:srgbClr val="EB0028"/>
            </a:solidFill>
            <a:prstDash val="solid"/>
          </a:ln>
        </p:spPr>
      </p:sp>
      <p:sp>
        <p:nvSpPr>
          <p:cNvPr id="42" name="Freeform 42">
            <a:extLst xmlns:a="http://schemas.openxmlformats.org/drawingml/2006/main">
              <a:ext uri="{FF2B5EF4-FFF2-40B4-BE49-F238E27FC236}">
                <a16:creationId xmlns:a16="http://schemas.microsoft.com/office/drawing/2014/main" id="{8D621B39-FADA-4C19-BAE0-64D8E8D7AB15}"/>
              </a:ext>
            </a:extLst>
          </p:cNvPr>
          <p:cNvSpPr>
            <a:spLocks xmlns:a="http://schemas.openxmlformats.org/drawingml/2006/main" noGrp="1"/>
          </p:cNvSpPr>
          <p:nvPr/>
        </p:nvSpPr>
        <p:spPr>
          <a:xfrm xmlns:a="http://schemas.openxmlformats.org/drawingml/2006/main" rot="0" flipH="0" flipV="0">
            <a:off x="1188053" y="15135225"/>
            <a:ext cx="488252" cy="431292"/>
          </a:xfrm>
          <a:custGeom xmlns:a="http://schemas.openxmlformats.org/drawingml/2006/main">
            <a:rect l="l" t="t" r="r" b="b"/>
            <a:pathLst>
              <a:path w="651057" h="575056">
                <a:moveTo>
                  <a:pt x="0" y="287528"/>
                </a:moveTo>
                <a:cubicBezTo>
                  <a:pt x="0" y="128778"/>
                  <a:pt x="145799" y="0"/>
                  <a:pt x="325532" y="0"/>
                </a:cubicBezTo>
                <a:cubicBezTo>
                  <a:pt x="505265" y="0"/>
                  <a:pt x="651057" y="128778"/>
                  <a:pt x="651057" y="287528"/>
                </a:cubicBezTo>
                <a:cubicBezTo>
                  <a:pt x="651057" y="446278"/>
                  <a:pt x="505265" y="575056"/>
                  <a:pt x="325532" y="575056"/>
                </a:cubicBezTo>
                <a:cubicBezTo>
                  <a:pt x="145799" y="575056"/>
                  <a:pt x="0" y="446278"/>
                  <a:pt x="0" y="287528"/>
                </a:cubicBezTo>
                <a:close/>
              </a:path>
            </a:pathLst>
          </a:custGeom>
          <a:solidFill xmlns:a="http://schemas.openxmlformats.org/drawingml/2006/main">
            <a:srgbClr val="FFFFFF"/>
          </a:solidFill>
          <a:ln xmlns:a="http://schemas.openxmlformats.org/drawingml/2006/main" w="38100">
            <a:solidFill>
              <a:srgbClr val="EB0028"/>
            </a:solidFill>
            <a:prstDash val="solid"/>
          </a:ln>
        </p:spPr>
      </p:sp>
      <p:sp>
        <p:nvSpPr>
          <p:cNvPr id="44" name="Freeform 44">
            <a:extLst xmlns:a="http://schemas.openxmlformats.org/drawingml/2006/main">
              <a:ext uri="{FF2B5EF4-FFF2-40B4-BE49-F238E27FC236}">
                <a16:creationId xmlns:a16="http://schemas.microsoft.com/office/drawing/2014/main" id="{B44EAAEC-04B8-42E9-AE92-6514F5316708}"/>
              </a:ext>
            </a:extLst>
          </p:cNvPr>
          <p:cNvSpPr>
            <a:spLocks xmlns:a="http://schemas.openxmlformats.org/drawingml/2006/main" noGrp="1"/>
          </p:cNvSpPr>
          <p:nvPr/>
        </p:nvSpPr>
        <p:spPr>
          <a:xfrm xmlns:a="http://schemas.openxmlformats.org/drawingml/2006/main" rot="0" flipH="0" flipV="0">
            <a:off x="1188053" y="16697325"/>
            <a:ext cx="488252" cy="431292"/>
          </a:xfrm>
          <a:custGeom xmlns:a="http://schemas.openxmlformats.org/drawingml/2006/main">
            <a:rect l="l" t="t" r="r" b="b"/>
            <a:pathLst>
              <a:path w="651057" h="575056">
                <a:moveTo>
                  <a:pt x="0" y="287528"/>
                </a:moveTo>
                <a:cubicBezTo>
                  <a:pt x="0" y="128778"/>
                  <a:pt x="145799" y="0"/>
                  <a:pt x="325532" y="0"/>
                </a:cubicBezTo>
                <a:cubicBezTo>
                  <a:pt x="505265" y="0"/>
                  <a:pt x="651057" y="128778"/>
                  <a:pt x="651057" y="287528"/>
                </a:cubicBezTo>
                <a:cubicBezTo>
                  <a:pt x="651057" y="446278"/>
                  <a:pt x="505265" y="575056"/>
                  <a:pt x="325532" y="575056"/>
                </a:cubicBezTo>
                <a:cubicBezTo>
                  <a:pt x="145799" y="575056"/>
                  <a:pt x="0" y="446278"/>
                  <a:pt x="0" y="287528"/>
                </a:cubicBezTo>
                <a:close/>
              </a:path>
            </a:pathLst>
          </a:custGeom>
          <a:solidFill xmlns:a="http://schemas.openxmlformats.org/drawingml/2006/main">
            <a:srgbClr val="FFFFFF"/>
          </a:solidFill>
          <a:ln xmlns:a="http://schemas.openxmlformats.org/drawingml/2006/main" w="38100">
            <a:solidFill>
              <a:srgbClr val="EB0028"/>
            </a:solidFill>
            <a:prstDash val="solid"/>
          </a:ln>
        </p:spPr>
      </p:sp>
      <p:sp>
        <p:nvSpPr>
          <p:cNvPr id="46" name="Freeform 46">
            <a:extLst xmlns:a="http://schemas.openxmlformats.org/drawingml/2006/main">
              <a:ext uri="{FF2B5EF4-FFF2-40B4-BE49-F238E27FC236}">
                <a16:creationId xmlns:a16="http://schemas.microsoft.com/office/drawing/2014/main" id="{031F1676-7246-4479-991F-5831831DAF56}"/>
              </a:ext>
            </a:extLst>
          </p:cNvPr>
          <p:cNvSpPr>
            <a:spLocks xmlns:a="http://schemas.openxmlformats.org/drawingml/2006/main" noGrp="1"/>
          </p:cNvSpPr>
          <p:nvPr/>
        </p:nvSpPr>
        <p:spPr>
          <a:xfrm xmlns:a="http://schemas.openxmlformats.org/drawingml/2006/main" rot="0" flipH="0" flipV="0">
            <a:off x="1188053" y="18259425"/>
            <a:ext cx="488252" cy="431292"/>
          </a:xfrm>
          <a:custGeom xmlns:a="http://schemas.openxmlformats.org/drawingml/2006/main">
            <a:rect l="l" t="t" r="r" b="b"/>
            <a:pathLst>
              <a:path w="651057" h="575056">
                <a:moveTo>
                  <a:pt x="0" y="287528"/>
                </a:moveTo>
                <a:cubicBezTo>
                  <a:pt x="0" y="128778"/>
                  <a:pt x="145799" y="0"/>
                  <a:pt x="325532" y="0"/>
                </a:cubicBezTo>
                <a:cubicBezTo>
                  <a:pt x="505265" y="0"/>
                  <a:pt x="651057" y="128778"/>
                  <a:pt x="651057" y="287528"/>
                </a:cubicBezTo>
                <a:cubicBezTo>
                  <a:pt x="651057" y="446278"/>
                  <a:pt x="505265" y="575056"/>
                  <a:pt x="325532" y="575056"/>
                </a:cubicBezTo>
                <a:cubicBezTo>
                  <a:pt x="145799" y="575056"/>
                  <a:pt x="0" y="446278"/>
                  <a:pt x="0" y="287528"/>
                </a:cubicBezTo>
                <a:close/>
              </a:path>
            </a:pathLst>
          </a:custGeom>
          <a:solidFill xmlns:a="http://schemas.openxmlformats.org/drawingml/2006/main">
            <a:srgbClr val="FFFFFF"/>
          </a:solidFill>
          <a:ln xmlns:a="http://schemas.openxmlformats.org/drawingml/2006/main" w="38100">
            <a:solidFill>
              <a:srgbClr val="EB0028"/>
            </a:solidFill>
            <a:prstDash val="solid"/>
          </a:ln>
        </p:spPr>
      </p:sp>
      <p:sp>
        <p:nvSpPr>
          <p:cNvPr id="47" name="TextBox 47">
            <a:extLst xmlns:a="http://schemas.openxmlformats.org/drawingml/2006/main">
              <a:ext uri="{FF2B5EF4-FFF2-40B4-BE49-F238E27FC236}">
                <a16:creationId xmlns:a16="http://schemas.microsoft.com/office/drawing/2014/main" id="{1735679B-73CF-40FE-B9A9-87119DF4DDE2}"/>
              </a:ext>
            </a:extLst>
          </p:cNvPr>
          <p:cNvSpPr>
            <a:spLocks xmlns:a="http://schemas.openxmlformats.org/drawingml/2006/main" noGrp="1"/>
          </p:cNvSpPr>
          <p:nvPr/>
        </p:nvSpPr>
        <p:spPr>
          <a:xfrm xmlns:a="http://schemas.openxmlformats.org/drawingml/2006/main" rot="0" flipH="0" flipV="0">
            <a:off x="1950911" y="11887200"/>
            <a:ext cx="5431822" cy="495300"/>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ts val="3208"/>
              </a:lnSpc>
              <a:buNone/>
              <a:defRPr sz="2550" b="1">
                <a:solidFill>
                  <a:srgbClr val="EB0028"/>
                </a:solidFill>
                <a:latin typeface="Inter"/>
                <a:ea typeface="Inter"/>
                <a:cs typeface="Inter"/>
              </a:defRPr>
            </a:pPr>
            <a:r>
              <a:rPr sz="2550" b="1">
                <a:solidFill>
                  <a:srgbClr val="EB0028"/>
                </a:solidFill>
                <a:latin typeface="Inter"/>
                <a:ea typeface="Inter"/>
                <a:cs typeface="Inter"/>
              </a:rPr>
              <a:t>10:45 a.m.</a:t>
            </a:r>
          </a:p>
        </p:txBody>
      </p:sp>
      <p:sp>
        <p:nvSpPr>
          <p:cNvPr id="48" name="TextBox 48">
            <a:extLst xmlns:a="http://schemas.openxmlformats.org/drawingml/2006/main">
              <a:ext uri="{FF2B5EF4-FFF2-40B4-BE49-F238E27FC236}">
                <a16:creationId xmlns:a16="http://schemas.microsoft.com/office/drawing/2014/main" id="{04AF4E6D-F138-4604-87ED-DD4A6FE619A6}"/>
              </a:ext>
            </a:extLst>
          </p:cNvPr>
          <p:cNvSpPr>
            <a:spLocks xmlns:a="http://schemas.openxmlformats.org/drawingml/2006/main" noGrp="1"/>
          </p:cNvSpPr>
          <p:nvPr/>
        </p:nvSpPr>
        <p:spPr>
          <a:xfrm xmlns:a="http://schemas.openxmlformats.org/drawingml/2006/main" rot="0" flipH="0" flipV="0">
            <a:off x="1950911" y="12411075"/>
            <a:ext cx="5431822" cy="609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ts val="2903"/>
              </a:lnSpc>
              <a:buNone/>
              <a:defRPr sz="2400" b="0">
                <a:solidFill>
                  <a:srgbClr val="171717"/>
                </a:solidFill>
                <a:latin typeface="EB Garamond"/>
                <a:ea typeface="EB Garamond"/>
                <a:cs typeface="EB Garamond"/>
              </a:defRPr>
            </a:pPr>
            <a:r>
              <a:rPr sz="2400" b="0">
                <a:solidFill>
                  <a:srgbClr val="171717"/>
                </a:solidFill>
                <a:latin typeface="EB Garamond"/>
                <a:ea typeface="EB Garamond"/>
                <a:cs typeface="EB Garamond"/>
              </a:rPr>
              <a:t>Check-in begins</a:t>
            </a:r>
          </a:p>
        </p:txBody>
      </p:sp>
      <p:sp>
        <p:nvSpPr>
          <p:cNvPr id="49" name="TextBox 49">
            <a:extLst xmlns:a="http://schemas.openxmlformats.org/drawingml/2006/main">
              <a:ext uri="{FF2B5EF4-FFF2-40B4-BE49-F238E27FC236}">
                <a16:creationId xmlns:a16="http://schemas.microsoft.com/office/drawing/2014/main" id="{6DDAE442-BB99-4CC6-9B60-44438B50B4CD}"/>
              </a:ext>
            </a:extLst>
          </p:cNvPr>
          <p:cNvSpPr>
            <a:spLocks xmlns:a="http://schemas.openxmlformats.org/drawingml/2006/main" noGrp="1"/>
          </p:cNvSpPr>
          <p:nvPr/>
        </p:nvSpPr>
        <p:spPr>
          <a:xfrm xmlns:a="http://schemas.openxmlformats.org/drawingml/2006/main" rot="0" flipH="0" flipV="0">
            <a:off x="1950911" y="13449300"/>
            <a:ext cx="5431822" cy="495300"/>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ts val="3208"/>
              </a:lnSpc>
              <a:buNone/>
              <a:defRPr sz="2550" b="1">
                <a:solidFill>
                  <a:srgbClr val="EB0028"/>
                </a:solidFill>
                <a:latin typeface="Inter"/>
                <a:ea typeface="Inter"/>
                <a:cs typeface="Inter"/>
              </a:defRPr>
            </a:pPr>
            <a:r>
              <a:rPr sz="2550" b="1">
                <a:solidFill>
                  <a:srgbClr val="EB0028"/>
                </a:solidFill>
                <a:latin typeface="Inter"/>
                <a:ea typeface="Inter"/>
                <a:cs typeface="Inter"/>
              </a:rPr>
              <a:t>11:00 a.m.</a:t>
            </a:r>
          </a:p>
        </p:txBody>
      </p:sp>
      <p:sp>
        <p:nvSpPr>
          <p:cNvPr id="50" name="TextBox 50">
            <a:extLst xmlns:a="http://schemas.openxmlformats.org/drawingml/2006/main">
              <a:ext uri="{FF2B5EF4-FFF2-40B4-BE49-F238E27FC236}">
                <a16:creationId xmlns:a16="http://schemas.microsoft.com/office/drawing/2014/main" id="{BFACF3D9-82D9-4D06-A32C-490B2A229609}"/>
              </a:ext>
            </a:extLst>
          </p:cNvPr>
          <p:cNvSpPr>
            <a:spLocks xmlns:a="http://schemas.openxmlformats.org/drawingml/2006/main" noGrp="1"/>
          </p:cNvSpPr>
          <p:nvPr/>
        </p:nvSpPr>
        <p:spPr>
          <a:xfrm xmlns:a="http://schemas.openxmlformats.org/drawingml/2006/main" rot="0" flipH="0" flipV="0">
            <a:off x="1950911" y="13973175"/>
            <a:ext cx="5431822" cy="609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ts val="2903"/>
              </a:lnSpc>
              <a:buNone/>
              <a:defRPr sz="2400" b="0">
                <a:solidFill>
                  <a:srgbClr val="171717"/>
                </a:solidFill>
                <a:latin typeface="EB Garamond"/>
                <a:ea typeface="EB Garamond"/>
                <a:cs typeface="EB Garamond"/>
              </a:defRPr>
            </a:pPr>
            <a:r>
              <a:rPr sz="2400" b="0">
                <a:solidFill>
                  <a:srgbClr val="171717"/>
                </a:solidFill>
                <a:latin typeface="EB Garamond"/>
                <a:ea typeface="EB Garamond"/>
                <a:cs typeface="EB Garamond"/>
              </a:rPr>
              <a:t>Welcome and performance</a:t>
            </a:r>
          </a:p>
        </p:txBody>
      </p:sp>
      <p:sp>
        <p:nvSpPr>
          <p:cNvPr id="51" name="TextBox 51">
            <a:extLst xmlns:a="http://schemas.openxmlformats.org/drawingml/2006/main">
              <a:ext uri="{FF2B5EF4-FFF2-40B4-BE49-F238E27FC236}">
                <a16:creationId xmlns:a16="http://schemas.microsoft.com/office/drawing/2014/main" id="{F0E2E1C0-6F51-4530-BBE4-3047CA77BE94}"/>
              </a:ext>
            </a:extLst>
          </p:cNvPr>
          <p:cNvSpPr>
            <a:spLocks xmlns:a="http://schemas.openxmlformats.org/drawingml/2006/main" noGrp="1"/>
          </p:cNvSpPr>
          <p:nvPr/>
        </p:nvSpPr>
        <p:spPr>
          <a:xfrm xmlns:a="http://schemas.openxmlformats.org/drawingml/2006/main" rot="0" flipH="0" flipV="0">
            <a:off x="1950911" y="15011400"/>
            <a:ext cx="5431822" cy="495300"/>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ts val="3208"/>
              </a:lnSpc>
              <a:buNone/>
              <a:defRPr sz="2550" b="1">
                <a:solidFill>
                  <a:srgbClr val="EB0028"/>
                </a:solidFill>
                <a:latin typeface="Inter"/>
                <a:ea typeface="Inter"/>
                <a:cs typeface="Inter"/>
              </a:defRPr>
            </a:pPr>
            <a:r>
              <a:rPr sz="2550" b="1">
                <a:solidFill>
                  <a:srgbClr val="EB0028"/>
                </a:solidFill>
                <a:latin typeface="Inter"/>
                <a:ea typeface="Inter"/>
                <a:cs typeface="Inter"/>
              </a:rPr>
              <a:t>11:10 a.m.</a:t>
            </a:r>
          </a:p>
        </p:txBody>
      </p:sp>
      <p:sp>
        <p:nvSpPr>
          <p:cNvPr id="52" name="TextBox 52">
            <a:extLst xmlns:a="http://schemas.openxmlformats.org/drawingml/2006/main">
              <a:ext uri="{FF2B5EF4-FFF2-40B4-BE49-F238E27FC236}">
                <a16:creationId xmlns:a16="http://schemas.microsoft.com/office/drawing/2014/main" id="{B5EF901F-A8BA-4B9B-9D08-16D5546B1DBD}"/>
              </a:ext>
            </a:extLst>
          </p:cNvPr>
          <p:cNvSpPr>
            <a:spLocks xmlns:a="http://schemas.openxmlformats.org/drawingml/2006/main" noGrp="1"/>
          </p:cNvSpPr>
          <p:nvPr/>
        </p:nvSpPr>
        <p:spPr>
          <a:xfrm xmlns:a="http://schemas.openxmlformats.org/drawingml/2006/main" rot="0" flipH="0" flipV="0">
            <a:off x="1950911" y="15535275"/>
            <a:ext cx="5431822" cy="609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ts val="2903"/>
              </a:lnSpc>
              <a:buNone/>
              <a:defRPr sz="2400" b="0">
                <a:solidFill>
                  <a:srgbClr val="171717"/>
                </a:solidFill>
                <a:latin typeface="EB Garamond"/>
                <a:ea typeface="EB Garamond"/>
                <a:cs typeface="EB Garamond"/>
              </a:defRPr>
            </a:pPr>
            <a:r>
              <a:rPr sz="2400" b="0">
                <a:solidFill>
                  <a:srgbClr val="171717"/>
                </a:solidFill>
                <a:latin typeface="EB Garamond"/>
                <a:ea typeface="EB Garamond"/>
                <a:cs typeface="EB Garamond"/>
              </a:rPr>
              <a:t>Speaker session one</a:t>
            </a:r>
          </a:p>
        </p:txBody>
      </p:sp>
      <p:sp>
        <p:nvSpPr>
          <p:cNvPr id="53" name="TextBox 53">
            <a:extLst xmlns:a="http://schemas.openxmlformats.org/drawingml/2006/main">
              <a:ext uri="{FF2B5EF4-FFF2-40B4-BE49-F238E27FC236}">
                <a16:creationId xmlns:a16="http://schemas.microsoft.com/office/drawing/2014/main" id="{6826F98A-7C4E-4818-8D99-42B7D5726352}"/>
              </a:ext>
            </a:extLst>
          </p:cNvPr>
          <p:cNvSpPr>
            <a:spLocks xmlns:a="http://schemas.openxmlformats.org/drawingml/2006/main" noGrp="1"/>
          </p:cNvSpPr>
          <p:nvPr/>
        </p:nvSpPr>
        <p:spPr>
          <a:xfrm xmlns:a="http://schemas.openxmlformats.org/drawingml/2006/main" rot="0" flipH="0" flipV="0">
            <a:off x="1950911" y="16573500"/>
            <a:ext cx="5431822" cy="495300"/>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ts val="3208"/>
              </a:lnSpc>
              <a:buNone/>
              <a:defRPr sz="2550" b="1">
                <a:solidFill>
                  <a:srgbClr val="EB0028"/>
                </a:solidFill>
                <a:latin typeface="Inter"/>
                <a:ea typeface="Inter"/>
                <a:cs typeface="Inter"/>
              </a:defRPr>
            </a:pPr>
            <a:r>
              <a:rPr sz="2550" b="1">
                <a:solidFill>
                  <a:srgbClr val="EB0028"/>
                </a:solidFill>
                <a:latin typeface="Inter"/>
                <a:ea typeface="Inter"/>
                <a:cs typeface="Inter"/>
              </a:rPr>
              <a:t>1:00 p.m.</a:t>
            </a:r>
          </a:p>
        </p:txBody>
      </p:sp>
      <p:sp>
        <p:nvSpPr>
          <p:cNvPr id="54" name="TextBox 54">
            <a:extLst xmlns:a="http://schemas.openxmlformats.org/drawingml/2006/main">
              <a:ext uri="{FF2B5EF4-FFF2-40B4-BE49-F238E27FC236}">
                <a16:creationId xmlns:a16="http://schemas.microsoft.com/office/drawing/2014/main" id="{01FFE103-93B1-458F-955C-57C7233C9294}"/>
              </a:ext>
            </a:extLst>
          </p:cNvPr>
          <p:cNvSpPr>
            <a:spLocks xmlns:a="http://schemas.openxmlformats.org/drawingml/2006/main" noGrp="1"/>
          </p:cNvSpPr>
          <p:nvPr/>
        </p:nvSpPr>
        <p:spPr>
          <a:xfrm xmlns:a="http://schemas.openxmlformats.org/drawingml/2006/main" rot="0" flipH="0" flipV="0">
            <a:off x="1950911" y="17097375"/>
            <a:ext cx="5431822" cy="609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ts val="2903"/>
              </a:lnSpc>
              <a:buNone/>
              <a:defRPr sz="2400" b="0">
                <a:solidFill>
                  <a:srgbClr val="171717"/>
                </a:solidFill>
                <a:latin typeface="EB Garamond"/>
                <a:ea typeface="EB Garamond"/>
                <a:cs typeface="EB Garamond"/>
              </a:defRPr>
            </a:pPr>
            <a:r>
              <a:rPr sz="2400" b="0">
                <a:solidFill>
                  <a:srgbClr val="171717"/>
                </a:solidFill>
                <a:latin typeface="EB Garamond"/>
                <a:ea typeface="EB Garamond"/>
                <a:cs typeface="EB Garamond"/>
              </a:rPr>
              <a:t>Speaker session two</a:t>
            </a:r>
          </a:p>
        </p:txBody>
      </p:sp>
      <p:sp>
        <p:nvSpPr>
          <p:cNvPr id="55" name="TextBox 55">
            <a:extLst xmlns:a="http://schemas.openxmlformats.org/drawingml/2006/main">
              <a:ext uri="{FF2B5EF4-FFF2-40B4-BE49-F238E27FC236}">
                <a16:creationId xmlns:a16="http://schemas.microsoft.com/office/drawing/2014/main" id="{C2A72CBF-6ABF-44A4-946C-725C39576E1A}"/>
              </a:ext>
            </a:extLst>
          </p:cNvPr>
          <p:cNvSpPr>
            <a:spLocks xmlns:a="http://schemas.openxmlformats.org/drawingml/2006/main" noGrp="1"/>
          </p:cNvSpPr>
          <p:nvPr/>
        </p:nvSpPr>
        <p:spPr>
          <a:xfrm xmlns:a="http://schemas.openxmlformats.org/drawingml/2006/main" rot="0" flipH="0" flipV="0">
            <a:off x="1950911" y="18135600"/>
            <a:ext cx="5431822" cy="495300"/>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ts val="3208"/>
              </a:lnSpc>
              <a:buNone/>
              <a:defRPr sz="2550" b="1">
                <a:solidFill>
                  <a:srgbClr val="EB0028"/>
                </a:solidFill>
                <a:latin typeface="Inter"/>
                <a:ea typeface="Inter"/>
                <a:cs typeface="Inter"/>
              </a:defRPr>
            </a:pPr>
            <a:r>
              <a:rPr sz="2550" b="1">
                <a:solidFill>
                  <a:srgbClr val="EB0028"/>
                </a:solidFill>
                <a:latin typeface="Inter"/>
                <a:ea typeface="Inter"/>
                <a:cs typeface="Inter"/>
              </a:rPr>
              <a:t>2:10 p.m.</a:t>
            </a:r>
          </a:p>
        </p:txBody>
      </p:sp>
      <p:sp>
        <p:nvSpPr>
          <p:cNvPr id="56" name="TextBox 56">
            <a:extLst xmlns:a="http://schemas.openxmlformats.org/drawingml/2006/main">
              <a:ext uri="{FF2B5EF4-FFF2-40B4-BE49-F238E27FC236}">
                <a16:creationId xmlns:a16="http://schemas.microsoft.com/office/drawing/2014/main" id="{7BF1146B-6144-43FE-B69D-FB45D6541CA1}"/>
              </a:ext>
            </a:extLst>
          </p:cNvPr>
          <p:cNvSpPr>
            <a:spLocks xmlns:a="http://schemas.openxmlformats.org/drawingml/2006/main" noGrp="1"/>
          </p:cNvSpPr>
          <p:nvPr/>
        </p:nvSpPr>
        <p:spPr>
          <a:xfrm xmlns:a="http://schemas.openxmlformats.org/drawingml/2006/main" rot="0" flipH="0" flipV="0">
            <a:off x="1950911" y="18659475"/>
            <a:ext cx="5431822" cy="609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ts val="2903"/>
              </a:lnSpc>
              <a:buNone/>
              <a:defRPr sz="2400" b="0">
                <a:solidFill>
                  <a:srgbClr val="171717"/>
                </a:solidFill>
                <a:latin typeface="EB Garamond"/>
                <a:ea typeface="EB Garamond"/>
                <a:cs typeface="EB Garamond"/>
              </a:defRPr>
            </a:pPr>
            <a:r>
              <a:rPr sz="2400" b="0">
                <a:solidFill>
                  <a:srgbClr val="171717"/>
                </a:solidFill>
                <a:latin typeface="EB Garamond"/>
                <a:ea typeface="EB Garamond"/>
                <a:cs typeface="EB Garamond"/>
              </a:rPr>
              <a:t>Community networking and photos</a:t>
            </a:r>
          </a:p>
        </p:txBody>
      </p:sp>
      <p:sp>
        <p:nvSpPr>
          <p:cNvPr id="59" name="Freeform 59">
            <a:extLst xmlns:a="http://schemas.openxmlformats.org/drawingml/2006/main">
              <a:ext uri="{FF2B5EF4-FFF2-40B4-BE49-F238E27FC236}">
                <a16:creationId xmlns:a16="http://schemas.microsoft.com/office/drawing/2014/main" id="{59F4E6F9-C9AE-443E-A463-C6486E99891E}"/>
              </a:ext>
            </a:extLst>
          </p:cNvPr>
          <p:cNvSpPr>
            <a:spLocks xmlns:a="http://schemas.openxmlformats.org/drawingml/2006/main" noGrp="1"/>
          </p:cNvSpPr>
          <p:nvPr/>
        </p:nvSpPr>
        <p:spPr>
          <a:xfrm xmlns:a="http://schemas.openxmlformats.org/drawingml/2006/main" rot="0" flipH="0" flipV="0">
            <a:off x="8356378" y="10701528"/>
            <a:ext cx="134684" cy="565976"/>
          </a:xfrm>
          <a:custGeom xmlns:a="http://schemas.openxmlformats.org/drawingml/2006/main">
            <a:rect l="l" t="t" r="r" b="b"/>
            <a:pathLst>
              <a:path w="163183" h="754634">
                <a:moveTo>
                  <a:pt x="0" y="89789"/>
                </a:moveTo>
                <a:cubicBezTo>
                  <a:pt x="0" y="40259"/>
                  <a:pt x="36584" y="0"/>
                  <a:pt x="81592" y="0"/>
                </a:cubicBezTo>
                <a:cubicBezTo>
                  <a:pt x="126600" y="0"/>
                  <a:pt x="163183" y="40259"/>
                  <a:pt x="163183" y="89789"/>
                </a:cubicBezTo>
                <a:lnTo>
                  <a:pt x="163183" y="664845"/>
                </a:lnTo>
                <a:cubicBezTo>
                  <a:pt x="163183" y="714502"/>
                  <a:pt x="126600" y="754634"/>
                  <a:pt x="81592" y="754634"/>
                </a:cubicBezTo>
                <a:cubicBezTo>
                  <a:pt x="36584" y="754634"/>
                  <a:pt x="0" y="714502"/>
                  <a:pt x="0" y="664845"/>
                </a:cubicBezTo>
                <a:close/>
              </a:path>
            </a:pathLst>
          </a:custGeom>
          <a:solidFill xmlns:a="http://schemas.openxmlformats.org/drawingml/2006/main">
            <a:srgbClr val="EB0028"/>
          </a:solidFill>
          <a:ln xmlns:a="http://schemas.openxmlformats.org/drawingml/2006/main" w="0">
            <a:noFill/>
            <a:prstDash val="solid"/>
          </a:ln>
        </p:spPr>
      </p:sp>
      <p:sp>
        <p:nvSpPr>
          <p:cNvPr id="61" name="Freeform 61">
            <a:extLst xmlns:a="http://schemas.openxmlformats.org/drawingml/2006/main">
              <a:ext uri="{FF2B5EF4-FFF2-40B4-BE49-F238E27FC236}">
                <a16:creationId xmlns:a16="http://schemas.microsoft.com/office/drawing/2014/main" id="{BEB942E1-F040-4D48-BDEF-6F08C67A7366}"/>
              </a:ext>
            </a:extLst>
          </p:cNvPr>
          <p:cNvSpPr>
            <a:spLocks xmlns:a="http://schemas.openxmlformats.org/drawingml/2006/main" noGrp="1"/>
          </p:cNvSpPr>
          <p:nvPr/>
        </p:nvSpPr>
        <p:spPr>
          <a:xfrm xmlns:a="http://schemas.openxmlformats.org/drawingml/2006/main" rot="0" flipH="0" flipV="0">
            <a:off x="8706803" y="10620661"/>
            <a:ext cx="12263819" cy="781622"/>
          </a:xfrm>
          <a:custGeom xmlns:a="http://schemas.openxmlformats.org/drawingml/2006/main">
            <a:rect l="l" t="t" r="r" b="b"/>
            <a:pathLst>
              <a:path w="7217199" h="1064984">
                <a:moveTo>
                  <a:pt x="0" y="0"/>
                </a:moveTo>
                <a:lnTo>
                  <a:pt x="7217199" y="0"/>
                </a:lnTo>
                <a:lnTo>
                  <a:pt x="7217199" y="1064984"/>
                </a:lnTo>
                <a:lnTo>
                  <a:pt x="0" y="1064984"/>
                </a:lnTo>
                <a:close/>
              </a:path>
            </a:pathLst>
          </a:custGeom>
          <a:noFill xmlns:a="http://schemas.openxmlformats.org/drawingml/2006/main"/>
          <a:ln xmlns:a="http://schemas.openxmlformats.org/drawingml/2006/main" w="0">
            <a:noFill/>
            <a:prstDash val="solid"/>
          </a:ln>
        </p:spPr>
      </p:sp>
      <p:sp>
        <p:nvSpPr>
          <p:cNvPr id="62" name="TextBox 62">
            <a:extLst xmlns:a="http://schemas.openxmlformats.org/drawingml/2006/main">
              <a:ext uri="{FF2B5EF4-FFF2-40B4-BE49-F238E27FC236}">
                <a16:creationId xmlns:a16="http://schemas.microsoft.com/office/drawing/2014/main" id="{80E5B549-7A45-4D21-BC21-FBBEA39C4C27}"/>
              </a:ext>
            </a:extLst>
          </p:cNvPr>
          <p:cNvSpPr>
            <a:spLocks xmlns:a="http://schemas.openxmlformats.org/drawingml/2006/main" noGrp="1"/>
          </p:cNvSpPr>
          <p:nvPr/>
        </p:nvSpPr>
        <p:spPr>
          <a:xfrm xmlns:a="http://schemas.openxmlformats.org/drawingml/2006/main" rot="0" flipH="0" flipV="0">
            <a:off x="8706803" y="10613612"/>
            <a:ext cx="12263819" cy="788765"/>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ts val="5093"/>
              </a:lnSpc>
              <a:buNone/>
              <a:defRPr sz="4200" b="1">
                <a:solidFill>
                  <a:srgbClr val="B0001E"/>
                </a:solidFill>
                <a:latin typeface="Inter"/>
                <a:ea typeface="Inter"/>
                <a:cs typeface="Inter"/>
              </a:defRPr>
            </a:pPr>
            <a:r>
              <a:rPr sz="4200" b="1">
                <a:solidFill>
                  <a:srgbClr val="B0001E"/>
                </a:solidFill>
                <a:latin typeface="Inter"/>
                <a:ea typeface="Inter"/>
                <a:cs typeface="Inter"/>
              </a:rPr>
              <a:t>Meet the speakers</a:t>
            </a:r>
          </a:p>
        </p:txBody>
      </p:sp>
      <p:sp>
        <p:nvSpPr>
          <p:cNvPr id="64" name="Freeform 64">
            <a:extLst xmlns:a="http://schemas.openxmlformats.org/drawingml/2006/main">
              <a:ext uri="{FF2B5EF4-FFF2-40B4-BE49-F238E27FC236}">
                <a16:creationId xmlns:a16="http://schemas.microsoft.com/office/drawing/2014/main" id="{86273BEE-E9CB-458C-97F6-0EADB9773943}"/>
              </a:ext>
            </a:extLst>
          </p:cNvPr>
          <p:cNvSpPr>
            <a:spLocks xmlns:a="http://schemas.openxmlformats.org/drawingml/2006/main" noGrp="1"/>
          </p:cNvSpPr>
          <p:nvPr/>
        </p:nvSpPr>
        <p:spPr>
          <a:xfrm xmlns:a="http://schemas.openxmlformats.org/drawingml/2006/main" rot="0" flipH="0" flipV="0">
            <a:off x="8706803" y="11348466"/>
            <a:ext cx="12263819" cy="40386"/>
          </a:xfrm>
          <a:custGeom xmlns:a="http://schemas.openxmlformats.org/drawingml/2006/main">
            <a:rect l="l" t="t" r="r" b="b"/>
            <a:pathLst>
              <a:path w="7217236" h="53848">
                <a:moveTo>
                  <a:pt x="0" y="0"/>
                </a:moveTo>
                <a:lnTo>
                  <a:pt x="7217236" y="0"/>
                </a:lnTo>
                <a:lnTo>
                  <a:pt x="7217236" y="53848"/>
                </a:lnTo>
                <a:lnTo>
                  <a:pt x="0" y="53848"/>
                </a:lnTo>
                <a:close/>
              </a:path>
            </a:pathLst>
          </a:custGeom>
          <a:solidFill xmlns:a="http://schemas.openxmlformats.org/drawingml/2006/main">
            <a:srgbClr val="EB0028">
              <a:alpha val="24000"/>
            </a:srgbClr>
          </a:solidFill>
          <a:ln xmlns:a="http://schemas.openxmlformats.org/drawingml/2006/main" w="0">
            <a:noFill/>
            <a:prstDash val="solid"/>
          </a:ln>
        </p:spPr>
      </p:sp>
      <p:sp>
        <p:nvSpPr>
          <p:cNvPr id="65" name="TextBox 65">
            <a:extLst xmlns:a="http://schemas.openxmlformats.org/drawingml/2006/main">
              <a:ext uri="{FF2B5EF4-FFF2-40B4-BE49-F238E27FC236}">
                <a16:creationId xmlns:a16="http://schemas.microsoft.com/office/drawing/2014/main" id="{0B1E3058-E443-43DF-9D8A-8AA725A4B5D6}"/>
              </a:ext>
            </a:extLst>
          </p:cNvPr>
          <p:cNvSpPr>
            <a:spLocks xmlns:a="http://schemas.openxmlformats.org/drawingml/2006/main" noGrp="1"/>
          </p:cNvSpPr>
          <p:nvPr/>
        </p:nvSpPr>
        <p:spPr>
          <a:xfrm xmlns:a="http://schemas.openxmlformats.org/drawingml/2006/main" rot="0" flipH="0" flipV="0">
            <a:off x="10610850" y="12049125"/>
            <a:ext cx="3810000" cy="870204"/>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ts val="3426"/>
              </a:lnSpc>
              <a:buNone/>
              <a:defRPr sz="2550" b="1">
                <a:solidFill>
                  <a:srgbClr val="FFFFFF"/>
                </a:solidFill>
                <a:latin typeface="Inter"/>
                <a:ea typeface="Inter"/>
                <a:cs typeface="Inter"/>
              </a:defRPr>
            </a:pPr>
            <a:r>
              <a:rPr sz="2550" b="1">
                <a:solidFill>
                  <a:srgbClr val="FFFFFF"/>
                </a:solidFill>
                <a:latin typeface="Inter"/>
                <a:ea typeface="Inter"/>
                <a:cs typeface="Inter"/>
              </a:rPr>
              <a:t>Kefei Duan, DDS</a:t>
            </a:r>
          </a:p>
        </p:txBody>
      </p:sp>
      <p:sp>
        <p:nvSpPr>
          <p:cNvPr id="66" name="TextBox 66">
            <a:extLst xmlns:a="http://schemas.openxmlformats.org/drawingml/2006/main">
              <a:ext uri="{FF2B5EF4-FFF2-40B4-BE49-F238E27FC236}">
                <a16:creationId xmlns:a16="http://schemas.microsoft.com/office/drawing/2014/main" id="{8507C06E-72BD-40D3-A477-3C43C5DF9E3C}"/>
              </a:ext>
            </a:extLst>
          </p:cNvPr>
          <p:cNvSpPr>
            <a:spLocks xmlns:a="http://schemas.openxmlformats.org/drawingml/2006/main" noGrp="1"/>
          </p:cNvSpPr>
          <p:nvPr/>
        </p:nvSpPr>
        <p:spPr>
          <a:xfrm xmlns:a="http://schemas.openxmlformats.org/drawingml/2006/main" rot="0" flipH="0" flipV="0">
            <a:off x="10610850" y="12830175"/>
            <a:ext cx="3810000" cy="12858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ts val="2919"/>
              </a:lnSpc>
              <a:buNone/>
              <a:defRPr sz="2100" b="0">
                <a:solidFill>
                  <a:srgbClr val="F3EBEB"/>
                </a:solidFill>
                <a:latin typeface="EB Garamond"/>
                <a:ea typeface="EB Garamond"/>
                <a:cs typeface="EB Garamond"/>
              </a:defRPr>
            </a:pPr>
            <a:r>
              <a:rPr sz="2100" b="0">
                <a:solidFill>
                  <a:srgbClr val="F3EBEB"/>
                </a:solidFill>
                <a:latin typeface="EB Garamond"/>
                <a:ea typeface="EB Garamond"/>
                <a:cs typeface="EB Garamond"/>
              </a:rPr>
              <a:t>Dentistry, trust, and</a:t>
            </a:r>
          </a:p>
          <a:p xmlns:a="http://schemas.openxmlformats.org/drawingml/2006/main">
            <a:pPr algn="l">
              <a:lnSpc>
                <a:spcPts val="2919"/>
              </a:lnSpc>
              <a:buNone/>
              <a:defRPr sz="2100" b="0">
                <a:solidFill>
                  <a:srgbClr val="F3EBEB"/>
                </a:solidFill>
                <a:latin typeface="EB Garamond"/>
                <a:ea typeface="EB Garamond"/>
                <a:cs typeface="EB Garamond"/>
              </a:defRPr>
            </a:pPr>
            <a:r>
              <a:rPr sz="2100" b="0">
                <a:solidFill>
                  <a:srgbClr val="F3EBEB"/>
                </a:solidFill>
                <a:latin typeface="EB Garamond"/>
                <a:ea typeface="EB Garamond"/>
                <a:cs typeface="EB Garamond"/>
              </a:rPr>
              <a:t>compassionate care.</a:t>
            </a:r>
          </a:p>
        </p:txBody>
      </p:sp>
      <p:sp>
        <p:nvSpPr>
          <p:cNvPr id="67" name="TextBox 67">
            <a:extLst xmlns:a="http://schemas.openxmlformats.org/drawingml/2006/main">
              <a:ext uri="{FF2B5EF4-FFF2-40B4-BE49-F238E27FC236}">
                <a16:creationId xmlns:a16="http://schemas.microsoft.com/office/drawing/2014/main" id="{8E199D36-EB53-4519-8A6B-FA48BB941EF4}"/>
              </a:ext>
            </a:extLst>
          </p:cNvPr>
          <p:cNvSpPr>
            <a:spLocks xmlns:a="http://schemas.openxmlformats.org/drawingml/2006/main" noGrp="1"/>
          </p:cNvSpPr>
          <p:nvPr/>
        </p:nvSpPr>
        <p:spPr>
          <a:xfrm xmlns:a="http://schemas.openxmlformats.org/drawingml/2006/main" rot="0" flipH="0" flipV="0">
            <a:off x="16764000" y="12049125"/>
            <a:ext cx="3571875" cy="870204"/>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ts val="3426"/>
              </a:lnSpc>
              <a:buNone/>
              <a:defRPr sz="2550" b="1">
                <a:solidFill>
                  <a:srgbClr val="FFFFFF"/>
                </a:solidFill>
                <a:latin typeface="Inter"/>
                <a:ea typeface="Inter"/>
                <a:cs typeface="Inter"/>
              </a:defRPr>
            </a:pPr>
            <a:r>
              <a:rPr sz="2550" b="1">
                <a:solidFill>
                  <a:srgbClr val="FFFFFF"/>
                </a:solidFill>
                <a:latin typeface="Inter"/>
                <a:ea typeface="Inter"/>
                <a:cs typeface="Inter"/>
              </a:rPr>
              <a:t>Janilla Lee, PhD</a:t>
            </a:r>
          </a:p>
        </p:txBody>
      </p:sp>
      <p:sp>
        <p:nvSpPr>
          <p:cNvPr id="68" name="TextBox 68">
            <a:extLst xmlns:a="http://schemas.openxmlformats.org/drawingml/2006/main">
              <a:ext uri="{FF2B5EF4-FFF2-40B4-BE49-F238E27FC236}">
                <a16:creationId xmlns:a16="http://schemas.microsoft.com/office/drawing/2014/main" id="{676424C4-59E7-4E53-A0FF-C19308EF94BA}"/>
              </a:ext>
            </a:extLst>
          </p:cNvPr>
          <p:cNvSpPr>
            <a:spLocks xmlns:a="http://schemas.openxmlformats.org/drawingml/2006/main" noGrp="1"/>
          </p:cNvSpPr>
          <p:nvPr/>
        </p:nvSpPr>
        <p:spPr>
          <a:xfrm xmlns:a="http://schemas.openxmlformats.org/drawingml/2006/main" rot="0" flipH="0" flipV="0">
            <a:off x="16764000" y="12830175"/>
            <a:ext cx="3571875" cy="12858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ts val="2919"/>
              </a:lnSpc>
              <a:buNone/>
              <a:defRPr sz="2100" b="0">
                <a:solidFill>
                  <a:srgbClr val="F3EBEB"/>
                </a:solidFill>
                <a:latin typeface="EB Garamond"/>
                <a:ea typeface="EB Garamond"/>
                <a:cs typeface="EB Garamond"/>
              </a:defRPr>
            </a:pPr>
            <a:r>
              <a:rPr sz="2100" b="0">
                <a:solidFill>
                  <a:srgbClr val="F3EBEB"/>
                </a:solidFill>
                <a:latin typeface="EB Garamond"/>
                <a:ea typeface="EB Garamond"/>
                <a:cs typeface="EB Garamond"/>
              </a:rPr>
              <a:t>Health advocacy, engineering,</a:t>
            </a:r>
          </a:p>
          <a:p xmlns:a="http://schemas.openxmlformats.org/drawingml/2006/main">
            <a:pPr algn="l">
              <a:lnSpc>
                <a:spcPts val="2919"/>
              </a:lnSpc>
              <a:buNone/>
              <a:defRPr sz="2100" b="0">
                <a:solidFill>
                  <a:srgbClr val="F3EBEB"/>
                </a:solidFill>
                <a:latin typeface="EB Garamond"/>
                <a:ea typeface="EB Garamond"/>
                <a:cs typeface="EB Garamond"/>
              </a:defRPr>
            </a:pPr>
            <a:r>
              <a:rPr sz="2100" b="0">
                <a:solidFill>
                  <a:srgbClr val="F3EBEB"/>
                </a:solidFill>
                <a:latin typeface="EB Garamond"/>
                <a:ea typeface="EB Garamond"/>
                <a:cs typeface="EB Garamond"/>
              </a:rPr>
              <a:t>and community service.</a:t>
            </a:r>
          </a:p>
        </p:txBody>
      </p:sp>
      <p:sp>
        <p:nvSpPr>
          <p:cNvPr id="69" name="TextBox 69">
            <a:extLst xmlns:a="http://schemas.openxmlformats.org/drawingml/2006/main">
              <a:ext uri="{FF2B5EF4-FFF2-40B4-BE49-F238E27FC236}">
                <a16:creationId xmlns:a16="http://schemas.microsoft.com/office/drawing/2014/main" id="{6D5EC768-6B4C-4F0F-B13F-32A7C08A49C4}"/>
              </a:ext>
            </a:extLst>
          </p:cNvPr>
          <p:cNvSpPr>
            <a:spLocks xmlns:a="http://schemas.openxmlformats.org/drawingml/2006/main" noGrp="1"/>
          </p:cNvSpPr>
          <p:nvPr/>
        </p:nvSpPr>
        <p:spPr>
          <a:xfrm xmlns:a="http://schemas.openxmlformats.org/drawingml/2006/main" rot="0" flipH="0" flipV="0">
            <a:off x="10610850" y="14859000"/>
            <a:ext cx="3810000" cy="870204"/>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ts val="3426"/>
              </a:lnSpc>
              <a:buNone/>
              <a:defRPr sz="2550" b="1">
                <a:solidFill>
                  <a:srgbClr val="FFFFFF"/>
                </a:solidFill>
                <a:latin typeface="Inter"/>
                <a:ea typeface="Inter"/>
                <a:cs typeface="Inter"/>
              </a:defRPr>
            </a:pPr>
            <a:r>
              <a:rPr sz="2550" b="1">
                <a:solidFill>
                  <a:srgbClr val="FFFFFF"/>
                </a:solidFill>
                <a:latin typeface="Inter"/>
                <a:ea typeface="Inter"/>
                <a:cs typeface="Inter"/>
              </a:rPr>
              <a:t>Shelly Propson Lennon</a:t>
            </a:r>
          </a:p>
        </p:txBody>
      </p:sp>
      <p:sp>
        <p:nvSpPr>
          <p:cNvPr id="70" name="TextBox 70">
            <a:extLst xmlns:a="http://schemas.openxmlformats.org/drawingml/2006/main">
              <a:ext uri="{FF2B5EF4-FFF2-40B4-BE49-F238E27FC236}">
                <a16:creationId xmlns:a16="http://schemas.microsoft.com/office/drawing/2014/main" id="{65B44FC9-449C-4FAD-8DAE-6BA04401900C}"/>
              </a:ext>
            </a:extLst>
          </p:cNvPr>
          <p:cNvSpPr>
            <a:spLocks xmlns:a="http://schemas.openxmlformats.org/drawingml/2006/main" noGrp="1"/>
          </p:cNvSpPr>
          <p:nvPr/>
        </p:nvSpPr>
        <p:spPr>
          <a:xfrm xmlns:a="http://schemas.openxmlformats.org/drawingml/2006/main" rot="0" flipH="0" flipV="0">
            <a:off x="10610850" y="15640050"/>
            <a:ext cx="3810000" cy="12858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ts val="2919"/>
              </a:lnSpc>
              <a:buNone/>
              <a:defRPr sz="2100" b="0">
                <a:solidFill>
                  <a:srgbClr val="F3EBEB"/>
                </a:solidFill>
                <a:latin typeface="EB Garamond"/>
                <a:ea typeface="EB Garamond"/>
                <a:cs typeface="EB Garamond"/>
              </a:defRPr>
            </a:pPr>
            <a:r>
              <a:rPr sz="2100" b="0">
                <a:solidFill>
                  <a:srgbClr val="F3EBEB"/>
                </a:solidFill>
                <a:latin typeface="EB Garamond"/>
                <a:ea typeface="EB Garamond"/>
                <a:cs typeface="EB Garamond"/>
              </a:rPr>
              <a:t>Inclusive art, disability,</a:t>
            </a:r>
          </a:p>
          <a:p xmlns:a="http://schemas.openxmlformats.org/drawingml/2006/main">
            <a:pPr algn="l">
              <a:lnSpc>
                <a:spcPts val="2919"/>
              </a:lnSpc>
              <a:buNone/>
              <a:defRPr sz="2100" b="0">
                <a:solidFill>
                  <a:srgbClr val="F3EBEB"/>
                </a:solidFill>
                <a:latin typeface="EB Garamond"/>
                <a:ea typeface="EB Garamond"/>
                <a:cs typeface="EB Garamond"/>
              </a:defRPr>
            </a:pPr>
            <a:r>
              <a:rPr sz="2100" b="0">
                <a:solidFill>
                  <a:srgbClr val="F3EBEB"/>
                </a:solidFill>
                <a:latin typeface="EB Garamond"/>
                <a:ea typeface="EB Garamond"/>
                <a:cs typeface="EB Garamond"/>
              </a:rPr>
              <a:t>and community possibility.</a:t>
            </a:r>
          </a:p>
        </p:txBody>
      </p:sp>
      <p:sp>
        <p:nvSpPr>
          <p:cNvPr id="71" name="TextBox 71">
            <a:extLst xmlns:a="http://schemas.openxmlformats.org/drawingml/2006/main">
              <a:ext uri="{FF2B5EF4-FFF2-40B4-BE49-F238E27FC236}">
                <a16:creationId xmlns:a16="http://schemas.microsoft.com/office/drawing/2014/main" id="{41C70FB8-AFE0-405D-97A3-64FE469E87DC}"/>
              </a:ext>
            </a:extLst>
          </p:cNvPr>
          <p:cNvSpPr>
            <a:spLocks xmlns:a="http://schemas.openxmlformats.org/drawingml/2006/main" noGrp="1"/>
          </p:cNvSpPr>
          <p:nvPr/>
        </p:nvSpPr>
        <p:spPr>
          <a:xfrm xmlns:a="http://schemas.openxmlformats.org/drawingml/2006/main" rot="0" flipH="0" flipV="0">
            <a:off x="16764000" y="14859000"/>
            <a:ext cx="3571875" cy="870204"/>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ts val="3426"/>
              </a:lnSpc>
              <a:buNone/>
              <a:defRPr sz="2550" b="1">
                <a:solidFill>
                  <a:srgbClr val="FFFFFF"/>
                </a:solidFill>
                <a:latin typeface="Inter"/>
                <a:ea typeface="Inter"/>
                <a:cs typeface="Inter"/>
              </a:defRPr>
            </a:pPr>
            <a:r>
              <a:rPr sz="2550" b="1">
                <a:solidFill>
                  <a:srgbClr val="FFFFFF"/>
                </a:solidFill>
                <a:latin typeface="Inter"/>
                <a:ea typeface="Inter"/>
                <a:cs typeface="Inter"/>
              </a:rPr>
              <a:t>Amartya Sen, PhD</a:t>
            </a:r>
          </a:p>
        </p:txBody>
      </p:sp>
      <p:sp>
        <p:nvSpPr>
          <p:cNvPr id="72" name="TextBox 72">
            <a:extLst xmlns:a="http://schemas.openxmlformats.org/drawingml/2006/main">
              <a:ext uri="{FF2B5EF4-FFF2-40B4-BE49-F238E27FC236}">
                <a16:creationId xmlns:a16="http://schemas.microsoft.com/office/drawing/2014/main" id="{FD6FA6B9-68FF-4156-B9C1-B84CE6FF48D5}"/>
              </a:ext>
            </a:extLst>
          </p:cNvPr>
          <p:cNvSpPr>
            <a:spLocks xmlns:a="http://schemas.openxmlformats.org/drawingml/2006/main" noGrp="1"/>
          </p:cNvSpPr>
          <p:nvPr/>
        </p:nvSpPr>
        <p:spPr>
          <a:xfrm xmlns:a="http://schemas.openxmlformats.org/drawingml/2006/main" rot="0" flipH="0" flipV="0">
            <a:off x="16764000" y="15640050"/>
            <a:ext cx="3571875" cy="12858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ts val="2280"/>
              </a:lnSpc>
              <a:buNone/>
              <a:defRPr sz="2100" b="0">
                <a:solidFill>
                  <a:srgbClr val="F3EBEB"/>
                </a:solidFill>
                <a:latin typeface="EB Garamond"/>
                <a:ea typeface="EB Garamond"/>
                <a:cs typeface="EB Garamond"/>
              </a:defRPr>
            </a:pPr>
            <a:r>
              <a:rPr sz="2100" b="0">
                <a:solidFill>
                  <a:srgbClr val="F3EBEB"/>
                </a:solidFill>
                <a:latin typeface="EB Garamond"/>
                <a:ea typeface="EB Garamond"/>
                <a:cs typeface="EB Garamond"/>
              </a:rPr>
              <a:t>Cybersecurity, secure systems,</a:t>
            </a:r>
          </a:p>
          <a:p xmlns:a="http://schemas.openxmlformats.org/drawingml/2006/main">
            <a:pPr algn="l">
              <a:lnSpc>
                <a:spcPts val="2280"/>
              </a:lnSpc>
              <a:buNone/>
              <a:defRPr sz="2100" b="0">
                <a:solidFill>
                  <a:srgbClr val="F3EBEB"/>
                </a:solidFill>
                <a:latin typeface="EB Garamond"/>
                <a:ea typeface="EB Garamond"/>
                <a:cs typeface="EB Garamond"/>
              </a:defRPr>
            </a:pPr>
            <a:r>
              <a:rPr sz="2100" b="0">
                <a:solidFill>
                  <a:srgbClr val="F3EBEB"/>
                </a:solidFill>
                <a:latin typeface="EB Garamond"/>
                <a:ea typeface="EB Garamond"/>
                <a:cs typeface="EB Garamond"/>
              </a:rPr>
              <a:t>and connected devices.</a:t>
            </a:r>
          </a:p>
        </p:txBody>
      </p:sp>
      <p:sp>
        <p:nvSpPr>
          <p:cNvPr id="73" name="TextBox 73">
            <a:extLst xmlns:a="http://schemas.openxmlformats.org/drawingml/2006/main">
              <a:ext uri="{FF2B5EF4-FFF2-40B4-BE49-F238E27FC236}">
                <a16:creationId xmlns:a16="http://schemas.microsoft.com/office/drawing/2014/main" id="{D3813644-8CB7-4C03-8530-B7B9FB15CC3D}"/>
              </a:ext>
            </a:extLst>
          </p:cNvPr>
          <p:cNvSpPr>
            <a:spLocks xmlns:a="http://schemas.openxmlformats.org/drawingml/2006/main" noGrp="1"/>
          </p:cNvSpPr>
          <p:nvPr/>
        </p:nvSpPr>
        <p:spPr>
          <a:xfrm xmlns:a="http://schemas.openxmlformats.org/drawingml/2006/main" rot="0" flipH="0" flipV="0">
            <a:off x="10610850" y="17668875"/>
            <a:ext cx="3810000" cy="870204"/>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ts val="3426"/>
              </a:lnSpc>
              <a:buNone/>
              <a:defRPr sz="2550" b="1">
                <a:solidFill>
                  <a:srgbClr val="FFFFFF"/>
                </a:solidFill>
                <a:latin typeface="Inter"/>
                <a:ea typeface="Inter"/>
                <a:cs typeface="Inter"/>
              </a:defRPr>
            </a:pPr>
            <a:r>
              <a:rPr sz="2550" b="1">
                <a:solidFill>
                  <a:srgbClr val="FFFFFF"/>
                </a:solidFill>
                <a:latin typeface="Inter"/>
                <a:ea typeface="Inter"/>
                <a:cs typeface="Inter"/>
              </a:rPr>
              <a:t>Ahmad Tafti, PhD</a:t>
            </a:r>
          </a:p>
        </p:txBody>
      </p:sp>
      <p:sp>
        <p:nvSpPr>
          <p:cNvPr id="74" name="TextBox 74">
            <a:extLst xmlns:a="http://schemas.openxmlformats.org/drawingml/2006/main">
              <a:ext uri="{FF2B5EF4-FFF2-40B4-BE49-F238E27FC236}">
                <a16:creationId xmlns:a16="http://schemas.microsoft.com/office/drawing/2014/main" id="{56772F63-F304-4F4E-9355-F4A4CEA193FD}"/>
              </a:ext>
            </a:extLst>
          </p:cNvPr>
          <p:cNvSpPr>
            <a:spLocks xmlns:a="http://schemas.openxmlformats.org/drawingml/2006/main" noGrp="1"/>
          </p:cNvSpPr>
          <p:nvPr/>
        </p:nvSpPr>
        <p:spPr>
          <a:xfrm xmlns:a="http://schemas.openxmlformats.org/drawingml/2006/main" rot="0" flipH="0" flipV="0">
            <a:off x="10610850" y="18449925"/>
            <a:ext cx="3810000" cy="12858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ts val="2465"/>
              </a:lnSpc>
              <a:buNone/>
              <a:defRPr sz="2100" b="0">
                <a:solidFill>
                  <a:srgbClr val="F3EBEB"/>
                </a:solidFill>
                <a:latin typeface="EB Garamond"/>
                <a:ea typeface="EB Garamond"/>
                <a:cs typeface="EB Garamond"/>
              </a:defRPr>
            </a:pPr>
            <a:r>
              <a:rPr sz="2100" b="0">
                <a:solidFill>
                  <a:srgbClr val="F3EBEB"/>
                </a:solidFill>
                <a:latin typeface="EB Garamond"/>
                <a:ea typeface="EB Garamond"/>
                <a:cs typeface="EB Garamond"/>
              </a:rPr>
              <a:t>Explainable artificial intelligence</a:t>
            </a:r>
          </a:p>
          <a:p xmlns:a="http://schemas.openxmlformats.org/drawingml/2006/main">
            <a:pPr algn="l">
              <a:lnSpc>
                <a:spcPts val="2465"/>
              </a:lnSpc>
              <a:buNone/>
              <a:defRPr sz="2100" b="0">
                <a:solidFill>
                  <a:srgbClr val="F3EBEB"/>
                </a:solidFill>
                <a:latin typeface="EB Garamond"/>
                <a:ea typeface="EB Garamond"/>
                <a:cs typeface="EB Garamond"/>
              </a:defRPr>
            </a:pPr>
            <a:r>
              <a:rPr sz="2100" b="0">
                <a:solidFill>
                  <a:srgbClr val="F3EBEB"/>
                </a:solidFill>
                <a:latin typeface="EB Garamond"/>
                <a:ea typeface="EB Garamond"/>
                <a:cs typeface="EB Garamond"/>
              </a:rPr>
              <a:t>and health decisions.</a:t>
            </a:r>
          </a:p>
        </p:txBody>
      </p:sp>
      <p:sp>
        <p:nvSpPr>
          <p:cNvPr id="75" name="TextBox 75">
            <a:extLst xmlns:a="http://schemas.openxmlformats.org/drawingml/2006/main">
              <a:ext uri="{FF2B5EF4-FFF2-40B4-BE49-F238E27FC236}">
                <a16:creationId xmlns:a16="http://schemas.microsoft.com/office/drawing/2014/main" id="{9E8F910E-750E-4123-B516-E5CE7CB297BA}"/>
              </a:ext>
            </a:extLst>
          </p:cNvPr>
          <p:cNvSpPr>
            <a:spLocks xmlns:a="http://schemas.openxmlformats.org/drawingml/2006/main" noGrp="1"/>
          </p:cNvSpPr>
          <p:nvPr/>
        </p:nvSpPr>
        <p:spPr>
          <a:xfrm xmlns:a="http://schemas.openxmlformats.org/drawingml/2006/main" rot="0" flipH="0" flipV="0">
            <a:off x="16764000" y="17668875"/>
            <a:ext cx="3571875" cy="762000"/>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ts val="3426"/>
              </a:lnSpc>
              <a:buNone/>
              <a:defRPr sz="2550" b="1">
                <a:solidFill>
                  <a:srgbClr val="FFFFFF"/>
                </a:solidFill>
                <a:latin typeface="Inter"/>
                <a:ea typeface="Inter"/>
                <a:cs typeface="Inter"/>
              </a:defRPr>
            </a:pPr>
            <a:r>
              <a:rPr sz="2550" b="1">
                <a:solidFill>
                  <a:srgbClr val="FFFFFF"/>
                </a:solidFill>
                <a:latin typeface="Inter"/>
                <a:ea typeface="Inter"/>
                <a:cs typeface="Inter"/>
              </a:rPr>
              <a:t>Kaiqi Zhao, PhD</a:t>
            </a:r>
          </a:p>
        </p:txBody>
      </p:sp>
      <p:sp>
        <p:nvSpPr>
          <p:cNvPr id="76" name="TextBox 76">
            <a:extLst xmlns:a="http://schemas.openxmlformats.org/drawingml/2006/main">
              <a:ext uri="{FF2B5EF4-FFF2-40B4-BE49-F238E27FC236}">
                <a16:creationId xmlns:a16="http://schemas.microsoft.com/office/drawing/2014/main" id="{94E2CBD7-81D6-4EC0-AAF4-83D5BC924239}"/>
              </a:ext>
            </a:extLst>
          </p:cNvPr>
          <p:cNvSpPr>
            <a:spLocks xmlns:a="http://schemas.openxmlformats.org/drawingml/2006/main" noGrp="1"/>
          </p:cNvSpPr>
          <p:nvPr/>
        </p:nvSpPr>
        <p:spPr>
          <a:xfrm xmlns:a="http://schemas.openxmlformats.org/drawingml/2006/main" rot="0" flipH="0" flipV="0">
            <a:off x="16764000" y="18449925"/>
            <a:ext cx="3571875" cy="12858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ts val="2919"/>
              </a:lnSpc>
              <a:buNone/>
              <a:defRPr sz="2100" b="0">
                <a:solidFill>
                  <a:srgbClr val="F3EBEB"/>
                </a:solidFill>
                <a:latin typeface="EB Garamond"/>
                <a:ea typeface="EB Garamond"/>
                <a:cs typeface="EB Garamond"/>
              </a:defRPr>
            </a:pPr>
            <a:r>
              <a:rPr sz="2100" b="0">
                <a:solidFill>
                  <a:srgbClr val="F3EBEB"/>
                </a:solidFill>
                <a:latin typeface="EB Garamond"/>
                <a:ea typeface="EB Garamond"/>
                <a:cs typeface="EB Garamond"/>
              </a:rPr>
              <a:t>Efficient AI, model compression,</a:t>
            </a:r>
          </a:p>
          <a:p xmlns:a="http://schemas.openxmlformats.org/drawingml/2006/main">
            <a:pPr algn="l">
              <a:lnSpc>
                <a:spcPts val="2919"/>
              </a:lnSpc>
              <a:buNone/>
              <a:defRPr sz="2100" b="0">
                <a:solidFill>
                  <a:srgbClr val="F3EBEB"/>
                </a:solidFill>
                <a:latin typeface="EB Garamond"/>
                <a:ea typeface="EB Garamond"/>
                <a:cs typeface="EB Garamond"/>
              </a:defRPr>
            </a:pPr>
            <a:r>
              <a:rPr sz="2100" b="0">
                <a:solidFill>
                  <a:srgbClr val="F3EBEB"/>
                </a:solidFill>
                <a:latin typeface="EB Garamond"/>
                <a:ea typeface="EB Garamond"/>
                <a:cs typeface="EB Garamond"/>
              </a:rPr>
              <a:t>and edge computing.</a:t>
            </a:r>
          </a:p>
        </p:txBody>
      </p:sp>
      <p:sp>
        <p:nvSpPr>
          <p:cNvPr id="78" name="Freeform 78">
            <a:extLst xmlns:a="http://schemas.openxmlformats.org/drawingml/2006/main">
              <a:ext uri="{FF2B5EF4-FFF2-40B4-BE49-F238E27FC236}">
                <a16:creationId xmlns:a16="http://schemas.microsoft.com/office/drawing/2014/main" id="{1B8BB8CA-0471-4C92-8267-87BF808D7333}"/>
              </a:ext>
            </a:extLst>
          </p:cNvPr>
          <p:cNvSpPr>
            <a:spLocks xmlns:a="http://schemas.openxmlformats.org/drawingml/2006/main" noGrp="1"/>
          </p:cNvSpPr>
          <p:nvPr/>
        </p:nvSpPr>
        <p:spPr>
          <a:xfrm xmlns:a="http://schemas.openxmlformats.org/drawingml/2006/main" rot="0" flipH="0" flipV="0">
            <a:off x="0" y="28247235"/>
            <a:ext cx="21401056" cy="53911"/>
          </a:xfrm>
          <a:custGeom xmlns:a="http://schemas.openxmlformats.org/drawingml/2006/main">
            <a:rect l="l" t="t" r="r" b="b"/>
            <a:pathLst>
              <a:path w="28534742" h="71882">
                <a:moveTo>
                  <a:pt x="0" y="0"/>
                </a:moveTo>
                <a:lnTo>
                  <a:pt x="28534742" y="0"/>
                </a:lnTo>
                <a:lnTo>
                  <a:pt x="28534742" y="71882"/>
                </a:lnTo>
                <a:lnTo>
                  <a:pt x="0" y="71882"/>
                </a:lnTo>
                <a:close/>
              </a:path>
            </a:pathLst>
          </a:custGeom>
          <a:solidFill xmlns:a="http://schemas.openxmlformats.org/drawingml/2006/main">
            <a:srgbClr val="EB0028"/>
          </a:solidFill>
          <a:ln xmlns:a="http://schemas.openxmlformats.org/drawingml/2006/main" w="0">
            <a:noFill/>
            <a:prstDash val="solid"/>
          </a:ln>
        </p:spPr>
      </p:sp>
      <p:sp>
        <p:nvSpPr>
          <p:cNvPr id="80" name="Freeform 80">
            <a:extLst xmlns:a="http://schemas.openxmlformats.org/drawingml/2006/main">
              <a:ext uri="{FF2B5EF4-FFF2-40B4-BE49-F238E27FC236}">
                <a16:creationId xmlns:a16="http://schemas.microsoft.com/office/drawing/2014/main" id="{D63D2D79-BC53-4F7D-8452-56E8F3B91657}"/>
              </a:ext>
            </a:extLst>
          </p:cNvPr>
          <p:cNvSpPr>
            <a:spLocks xmlns:a="http://schemas.openxmlformats.org/drawingml/2006/main" noGrp="1"/>
          </p:cNvSpPr>
          <p:nvPr/>
        </p:nvSpPr>
        <p:spPr>
          <a:xfrm xmlns:a="http://schemas.openxmlformats.org/drawingml/2006/main" rot="0" flipH="0" flipV="0">
            <a:off x="791316" y="22108735"/>
            <a:ext cx="7140755" cy="5404171"/>
          </a:xfrm>
          <a:custGeom xmlns:a="http://schemas.openxmlformats.org/drawingml/2006/main">
            <a:rect l="l" t="t" r="r" b="b"/>
            <a:pathLst>
              <a:path w="904727" h="684704">
                <a:moveTo>
                  <a:pt x="42283" y="0"/>
                </a:moveTo>
                <a:lnTo>
                  <a:pt x="862444" y="0"/>
                </a:lnTo>
                <a:cubicBezTo>
                  <a:pt x="885796" y="0"/>
                  <a:pt x="904727" y="18931"/>
                  <a:pt x="904727" y="42283"/>
                </a:cubicBezTo>
                <a:lnTo>
                  <a:pt x="904727" y="642420"/>
                </a:lnTo>
                <a:cubicBezTo>
                  <a:pt x="904727" y="653634"/>
                  <a:pt x="900272" y="664389"/>
                  <a:pt x="892343" y="672319"/>
                </a:cubicBezTo>
                <a:cubicBezTo>
                  <a:pt x="884413" y="680249"/>
                  <a:pt x="873658" y="684704"/>
                  <a:pt x="862444" y="684704"/>
                </a:cubicBezTo>
                <a:lnTo>
                  <a:pt x="42283" y="684704"/>
                </a:lnTo>
                <a:cubicBezTo>
                  <a:pt x="18931" y="684704"/>
                  <a:pt x="0" y="665773"/>
                  <a:pt x="0" y="642420"/>
                </a:cubicBezTo>
                <a:lnTo>
                  <a:pt x="0" y="42283"/>
                </a:lnTo>
                <a:cubicBezTo>
                  <a:pt x="0" y="31069"/>
                  <a:pt x="4455" y="20314"/>
                  <a:pt x="12384" y="12384"/>
                </a:cubicBezTo>
                <a:cubicBezTo>
                  <a:pt x="20314" y="4455"/>
                  <a:pt x="31069" y="0"/>
                  <a:pt x="42283" y="0"/>
                </a:cubicBezTo>
                <a:close/>
              </a:path>
            </a:pathLst>
          </a:custGeom>
          <a:gradFill xmlns:a="http://schemas.openxmlformats.org/drawingml/2006/main">
            <a:gsLst>
              <a:gs pos="0">
                <a:srgbClr val="171717"/>
              </a:gs>
              <a:gs pos="58000">
                <a:srgbClr val="252222"/>
              </a:gs>
              <a:gs pos="100000">
                <a:srgbClr val="650013"/>
              </a:gs>
            </a:gsLst>
            <a:lin ang="8700000"/>
          </a:gradFill>
          <a:ln xmlns:a="http://schemas.openxmlformats.org/drawingml/2006/main" w="19050">
            <a:solidFill>
              <a:srgbClr val="EB0028">
                <a:alpha val="28000"/>
              </a:srgbClr>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81" name="TextBox 81">
            <a:extLst xmlns:a="http://schemas.openxmlformats.org/drawingml/2006/main">
              <a:ext uri="{FF2B5EF4-FFF2-40B4-BE49-F238E27FC236}">
                <a16:creationId xmlns:a16="http://schemas.microsoft.com/office/drawing/2014/main" id="{33F876D2-6D1F-4DAC-9AC8-B72B5519174E}"/>
              </a:ext>
            </a:extLst>
          </p:cNvPr>
          <p:cNvSpPr>
            <a:spLocks xmlns:a="http://schemas.openxmlformats.org/drawingml/2006/main" noGrp="1"/>
          </p:cNvSpPr>
          <p:nvPr/>
        </p:nvSpPr>
        <p:spPr>
          <a:xfrm xmlns:a="http://schemas.openxmlformats.org/drawingml/2006/main" rot="0" flipH="0" flipV="0">
            <a:off x="791316" y="22033557"/>
            <a:ext cx="7140755" cy="54793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0800" tIns="50800" rIns="50800" bIns="50800" anchor="ctr"/>
          <a:lstStyle xmlns:a="http://schemas.openxmlformats.org/drawingml/2006/main"/>
          <a:p xmlns:a="http://schemas.openxmlformats.org/drawingml/2006/main">
            <a:pPr algn="ctr">
              <a:lnSpc>
                <a:spcPts val="5093"/>
              </a:lnSpc>
              <a:buNone/>
            </a:pPr>
          </a:p>
        </p:txBody>
      </p:sp>
      <p:sp>
        <p:nvSpPr>
          <p:cNvPr id="83" name="Freeform 83">
            <a:extLst xmlns:a="http://schemas.openxmlformats.org/drawingml/2006/main">
              <a:ext uri="{FF2B5EF4-FFF2-40B4-BE49-F238E27FC236}">
                <a16:creationId xmlns:a16="http://schemas.microsoft.com/office/drawing/2014/main" id="{F171F1B3-AEC1-4742-8DAC-441C59659741}"/>
              </a:ext>
            </a:extLst>
          </p:cNvPr>
          <p:cNvSpPr>
            <a:spLocks xmlns:a="http://schemas.openxmlformats.org/drawingml/2006/main" noGrp="1"/>
          </p:cNvSpPr>
          <p:nvPr/>
        </p:nvSpPr>
        <p:spPr>
          <a:xfrm xmlns:a="http://schemas.openxmlformats.org/drawingml/2006/main" rot="0" flipH="0" flipV="0">
            <a:off x="1442426" y="23017317"/>
            <a:ext cx="6300767" cy="47568"/>
          </a:xfrm>
          <a:custGeom xmlns:a="http://schemas.openxmlformats.org/drawingml/2006/main">
            <a:rect l="l" t="t" r="r" b="b"/>
            <a:pathLst>
              <a:path w="5957767" h="44979">
                <a:moveTo>
                  <a:pt x="0" y="0"/>
                </a:moveTo>
                <a:lnTo>
                  <a:pt x="5957767" y="0"/>
                </a:lnTo>
                <a:lnTo>
                  <a:pt x="5957767" y="44979"/>
                </a:lnTo>
                <a:lnTo>
                  <a:pt x="0" y="44979"/>
                </a:lnTo>
                <a:close/>
              </a:path>
            </a:pathLst>
          </a:custGeom>
          <a:solidFill xmlns:a="http://schemas.openxmlformats.org/drawingml/2006/main">
            <a:srgbClr val="EB0028"/>
          </a:solidFill>
          <a:ln xmlns:a="http://schemas.openxmlformats.org/drawingml/2006/main" w="0">
            <a:noFill/>
            <a:prstDash val="solid"/>
          </a:ln>
        </p:spPr>
      </p:sp>
      <p:sp>
        <p:nvSpPr>
          <p:cNvPr id="85" name="Freeform 85">
            <a:extLst xmlns:a="http://schemas.openxmlformats.org/drawingml/2006/main">
              <a:ext uri="{FF2B5EF4-FFF2-40B4-BE49-F238E27FC236}">
                <a16:creationId xmlns:a16="http://schemas.microsoft.com/office/drawing/2014/main" id="{D67CAAC2-F01D-416D-A37B-E89DEC88B3EC}"/>
              </a:ext>
            </a:extLst>
          </p:cNvPr>
          <p:cNvSpPr>
            <a:spLocks xmlns:a="http://schemas.openxmlformats.org/drawingml/2006/main" noGrp="1"/>
          </p:cNvSpPr>
          <p:nvPr/>
        </p:nvSpPr>
        <p:spPr>
          <a:xfrm xmlns:a="http://schemas.openxmlformats.org/drawingml/2006/main" rot="0" flipH="0" flipV="0">
            <a:off x="1439016" y="22230662"/>
            <a:ext cx="5900208" cy="798738"/>
          </a:xfrm>
          <a:custGeom xmlns:a="http://schemas.openxmlformats.org/drawingml/2006/main">
            <a:rect l="l" t="t" r="r" b="b"/>
            <a:pathLst>
              <a:path w="7866945" h="1064984">
                <a:moveTo>
                  <a:pt x="0" y="0"/>
                </a:moveTo>
                <a:lnTo>
                  <a:pt x="7866945" y="0"/>
                </a:lnTo>
                <a:lnTo>
                  <a:pt x="7866945" y="1064984"/>
                </a:lnTo>
                <a:lnTo>
                  <a:pt x="0" y="1064984"/>
                </a:lnTo>
                <a:close/>
              </a:path>
            </a:pathLst>
          </a:custGeom>
          <a:noFill xmlns:a="http://schemas.openxmlformats.org/drawingml/2006/main"/>
          <a:ln xmlns:a="http://schemas.openxmlformats.org/drawingml/2006/main" w="0">
            <a:noFill/>
            <a:prstDash val="solid"/>
          </a:ln>
        </p:spPr>
      </p:sp>
      <p:sp>
        <p:nvSpPr>
          <p:cNvPr id="86" name="TextBox 86">
            <a:extLst xmlns:a="http://schemas.openxmlformats.org/drawingml/2006/main">
              <a:ext uri="{FF2B5EF4-FFF2-40B4-BE49-F238E27FC236}">
                <a16:creationId xmlns:a16="http://schemas.microsoft.com/office/drawing/2014/main" id="{64469E41-8106-4FAB-8EEA-A620160A1BF6}"/>
              </a:ext>
            </a:extLst>
          </p:cNvPr>
          <p:cNvSpPr>
            <a:spLocks xmlns:a="http://schemas.openxmlformats.org/drawingml/2006/main" noGrp="1"/>
          </p:cNvSpPr>
          <p:nvPr/>
        </p:nvSpPr>
        <p:spPr>
          <a:xfrm xmlns:a="http://schemas.openxmlformats.org/drawingml/2006/main" rot="0" flipH="0" flipV="0">
            <a:off x="1439016" y="22223519"/>
            <a:ext cx="5900208" cy="805881"/>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ts val="5093"/>
              </a:lnSpc>
              <a:buNone/>
              <a:defRPr sz="4200" b="1">
                <a:solidFill>
                  <a:srgbClr val="FFFFFF"/>
                </a:solidFill>
                <a:latin typeface="Inter"/>
                <a:ea typeface="Inter"/>
                <a:cs typeface="Inter"/>
              </a:defRPr>
            </a:pPr>
            <a:r>
              <a:rPr sz="4200" b="1">
                <a:solidFill>
                  <a:srgbClr val="FFFFFF"/>
                </a:solidFill>
                <a:latin typeface="Inter"/>
                <a:ea typeface="Inter"/>
                <a:cs typeface="Inter"/>
              </a:rPr>
              <a:t>Scan to join</a:t>
            </a:r>
          </a:p>
        </p:txBody>
      </p:sp>
      <p:sp>
        <p:nvSpPr>
          <p:cNvPr id="88" name="Freeform 88">
            <a:extLst xmlns:a="http://schemas.openxmlformats.org/drawingml/2006/main">
              <a:ext uri="{FF2B5EF4-FFF2-40B4-BE49-F238E27FC236}">
                <a16:creationId xmlns:a16="http://schemas.microsoft.com/office/drawing/2014/main" id="{564DDCC4-5A12-498F-A991-03D028F1300F}"/>
              </a:ext>
            </a:extLst>
          </p:cNvPr>
          <p:cNvSpPr>
            <a:spLocks xmlns:a="http://schemas.openxmlformats.org/drawingml/2006/main" noGrp="1"/>
          </p:cNvSpPr>
          <p:nvPr/>
        </p:nvSpPr>
        <p:spPr>
          <a:xfrm xmlns:a="http://schemas.openxmlformats.org/drawingml/2006/main" rot="0" flipH="0" flipV="0">
            <a:off x="1115166" y="22347019"/>
            <a:ext cx="134683" cy="565975"/>
          </a:xfrm>
          <a:custGeom xmlns:a="http://schemas.openxmlformats.org/drawingml/2006/main">
            <a:rect l="l" t="t" r="r" b="b"/>
            <a:pathLst>
              <a:path w="179578" h="754634">
                <a:moveTo>
                  <a:pt x="0" y="89789"/>
                </a:moveTo>
                <a:cubicBezTo>
                  <a:pt x="0" y="40259"/>
                  <a:pt x="40259" y="0"/>
                  <a:pt x="89789" y="0"/>
                </a:cubicBezTo>
                <a:cubicBezTo>
                  <a:pt x="139319" y="0"/>
                  <a:pt x="179578" y="40259"/>
                  <a:pt x="179578" y="89789"/>
                </a:cubicBezTo>
                <a:lnTo>
                  <a:pt x="179578" y="664845"/>
                </a:lnTo>
                <a:cubicBezTo>
                  <a:pt x="179578" y="714502"/>
                  <a:pt x="139319" y="754634"/>
                  <a:pt x="89789" y="754634"/>
                </a:cubicBezTo>
                <a:cubicBezTo>
                  <a:pt x="40259" y="754634"/>
                  <a:pt x="0" y="714502"/>
                  <a:pt x="0" y="664845"/>
                </a:cubicBezTo>
                <a:close/>
              </a:path>
            </a:pathLst>
          </a:custGeom>
          <a:solidFill xmlns:a="http://schemas.openxmlformats.org/drawingml/2006/main">
            <a:srgbClr val="EB0028"/>
          </a:solidFill>
          <a:ln xmlns:a="http://schemas.openxmlformats.org/drawingml/2006/main" w="0">
            <a:noFill/>
            <a:prstDash val="solid"/>
          </a:ln>
        </p:spPr>
      </p:sp>
      <p:sp>
        <p:nvSpPr>
          <p:cNvPr id="90" name="Freeform 90">
            <a:extLst xmlns:a="http://schemas.openxmlformats.org/drawingml/2006/main">
              <a:ext uri="{FF2B5EF4-FFF2-40B4-BE49-F238E27FC236}">
                <a16:creationId xmlns:a16="http://schemas.microsoft.com/office/drawing/2014/main" id="{67958805-27C1-41C9-9C3F-98825308F289}"/>
              </a:ext>
            </a:extLst>
          </p:cNvPr>
          <p:cNvSpPr>
            <a:spLocks xmlns:a="http://schemas.openxmlformats.org/drawingml/2006/main" noGrp="1"/>
          </p:cNvSpPr>
          <p:nvPr/>
        </p:nvSpPr>
        <p:spPr>
          <a:xfrm xmlns:a="http://schemas.openxmlformats.org/drawingml/2006/main" rot="0" flipH="0" flipV="0">
            <a:off x="1264057" y="23143362"/>
            <a:ext cx="2749254" cy="1185957"/>
          </a:xfrm>
          <a:custGeom xmlns:a="http://schemas.openxmlformats.org/drawingml/2006/main">
            <a:rect l="l" t="t" r="r" b="b"/>
            <a:pathLst>
              <a:path w="3665672" h="1581276">
                <a:moveTo>
                  <a:pt x="0" y="0"/>
                </a:moveTo>
                <a:lnTo>
                  <a:pt x="3665672" y="0"/>
                </a:lnTo>
                <a:lnTo>
                  <a:pt x="3665672" y="1581276"/>
                </a:lnTo>
                <a:lnTo>
                  <a:pt x="0" y="1581276"/>
                </a:lnTo>
                <a:close/>
              </a:path>
            </a:pathLst>
          </a:custGeom>
          <a:noFill xmlns:a="http://schemas.openxmlformats.org/drawingml/2006/main"/>
          <a:ln xmlns:a="http://schemas.openxmlformats.org/drawingml/2006/main" w="0">
            <a:noFill/>
            <a:prstDash val="solid"/>
          </a:ln>
        </p:spPr>
      </p:sp>
      <p:sp>
        <p:nvSpPr>
          <p:cNvPr id="91" name="TextBox 91">
            <a:extLst xmlns:a="http://schemas.openxmlformats.org/drawingml/2006/main">
              <a:ext uri="{FF2B5EF4-FFF2-40B4-BE49-F238E27FC236}">
                <a16:creationId xmlns:a16="http://schemas.microsoft.com/office/drawing/2014/main" id="{8124BC58-3DBD-4C0F-B89E-6FC2E8C2099F}"/>
              </a:ext>
            </a:extLst>
          </p:cNvPr>
          <p:cNvSpPr>
            <a:spLocks xmlns:a="http://schemas.openxmlformats.org/drawingml/2006/main" noGrp="1"/>
          </p:cNvSpPr>
          <p:nvPr/>
        </p:nvSpPr>
        <p:spPr>
          <a:xfrm xmlns:a="http://schemas.openxmlformats.org/drawingml/2006/main" rot="0" flipH="0" flipV="0">
            <a:off x="1264057" y="23136219"/>
            <a:ext cx="2749258" cy="1193096"/>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ts val="3310"/>
              </a:lnSpc>
              <a:buNone/>
              <a:defRPr sz="2700" b="1">
                <a:solidFill>
                  <a:srgbClr val="FFFFFF"/>
                </a:solidFill>
                <a:latin typeface="Inter"/>
                <a:ea typeface="Inter"/>
                <a:cs typeface="Inter"/>
              </a:defRPr>
            </a:pPr>
            <a:r>
              <a:rPr sz="2700" b="1">
                <a:solidFill>
                  <a:srgbClr val="FFFFFF"/>
                </a:solidFill>
                <a:latin typeface="Inter"/>
                <a:ea typeface="Inter"/>
                <a:cs typeface="Inter"/>
              </a:rPr>
              <a:t>EVENT</a:t>
            </a:r>
          </a:p>
          <a:p xmlns:a="http://schemas.openxmlformats.org/drawingml/2006/main">
            <a:pPr algn="ctr">
              <a:lnSpc>
                <a:spcPts val="3310"/>
              </a:lnSpc>
              <a:buNone/>
              <a:defRPr sz="2700" b="1">
                <a:solidFill>
                  <a:srgbClr val="FFFFFF"/>
                </a:solidFill>
                <a:latin typeface="Inter"/>
                <a:ea typeface="Inter"/>
                <a:cs typeface="Inter"/>
              </a:defRPr>
            </a:pPr>
            <a:r>
              <a:rPr sz="2700" b="1">
                <a:solidFill>
                  <a:srgbClr val="FFFFFF"/>
                </a:solidFill>
                <a:latin typeface="Inter"/>
                <a:ea typeface="Inter"/>
                <a:cs typeface="Inter"/>
              </a:rPr>
              <a:t>WEBSITE</a:t>
            </a:r>
          </a:p>
        </p:txBody>
      </p:sp>
      <p:sp>
        <p:nvSpPr>
          <p:cNvPr id="93" name="Freeform 93">
            <a:extLst xmlns:a="http://schemas.openxmlformats.org/drawingml/2006/main">
              <a:ext uri="{FF2B5EF4-FFF2-40B4-BE49-F238E27FC236}">
                <a16:creationId xmlns:a16="http://schemas.microsoft.com/office/drawing/2014/main" id="{8A99F78F-C87F-4BF6-9E91-124F162D0BA5}"/>
              </a:ext>
            </a:extLst>
          </p:cNvPr>
          <p:cNvSpPr>
            <a:spLocks xmlns:a="http://schemas.openxmlformats.org/drawingml/2006/main" noGrp="1"/>
          </p:cNvSpPr>
          <p:nvPr/>
        </p:nvSpPr>
        <p:spPr>
          <a:xfrm xmlns:a="http://schemas.openxmlformats.org/drawingml/2006/main" rot="0" flipH="0" flipV="0">
            <a:off x="4705341" y="23143362"/>
            <a:ext cx="2749254" cy="1185957"/>
          </a:xfrm>
          <a:custGeom xmlns:a="http://schemas.openxmlformats.org/drawingml/2006/main">
            <a:rect l="l" t="t" r="r" b="b"/>
            <a:pathLst>
              <a:path w="3665672" h="1581276">
                <a:moveTo>
                  <a:pt x="0" y="0"/>
                </a:moveTo>
                <a:lnTo>
                  <a:pt x="3665672" y="0"/>
                </a:lnTo>
                <a:lnTo>
                  <a:pt x="3665672" y="1581276"/>
                </a:lnTo>
                <a:lnTo>
                  <a:pt x="0" y="1581276"/>
                </a:lnTo>
                <a:close/>
              </a:path>
            </a:pathLst>
          </a:custGeom>
          <a:noFill xmlns:a="http://schemas.openxmlformats.org/drawingml/2006/main"/>
          <a:ln xmlns:a="http://schemas.openxmlformats.org/drawingml/2006/main" w="0">
            <a:noFill/>
            <a:prstDash val="solid"/>
          </a:ln>
        </p:spPr>
      </p:sp>
      <p:sp>
        <p:nvSpPr>
          <p:cNvPr id="94" name="TextBox 94">
            <a:extLst xmlns:a="http://schemas.openxmlformats.org/drawingml/2006/main">
              <a:ext uri="{FF2B5EF4-FFF2-40B4-BE49-F238E27FC236}">
                <a16:creationId xmlns:a16="http://schemas.microsoft.com/office/drawing/2014/main" id="{795895D1-2452-4567-BE31-EAE869CA06A6}"/>
              </a:ext>
            </a:extLst>
          </p:cNvPr>
          <p:cNvSpPr>
            <a:spLocks xmlns:a="http://schemas.openxmlformats.org/drawingml/2006/main" noGrp="1"/>
          </p:cNvSpPr>
          <p:nvPr/>
        </p:nvSpPr>
        <p:spPr>
          <a:xfrm xmlns:a="http://schemas.openxmlformats.org/drawingml/2006/main" rot="0" flipH="0" flipV="0">
            <a:off x="4705341" y="23136219"/>
            <a:ext cx="2749258" cy="1193096"/>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ts val="3310"/>
              </a:lnSpc>
              <a:buNone/>
              <a:defRPr sz="2550" b="1">
                <a:solidFill>
                  <a:srgbClr val="FFFFFF"/>
                </a:solidFill>
                <a:latin typeface="Inter"/>
                <a:ea typeface="Inter"/>
                <a:cs typeface="Inter"/>
              </a:defRPr>
            </a:pPr>
            <a:r>
              <a:rPr sz="2550" b="1">
                <a:solidFill>
                  <a:srgbClr val="FFFFFF"/>
                </a:solidFill>
                <a:latin typeface="Inter"/>
                <a:ea typeface="Inter"/>
                <a:cs typeface="Inter"/>
              </a:rPr>
              <a:t>FREE</a:t>
            </a:r>
          </a:p>
          <a:p xmlns:a="http://schemas.openxmlformats.org/drawingml/2006/main">
            <a:pPr algn="ctr">
              <a:lnSpc>
                <a:spcPts val="3310"/>
              </a:lnSpc>
              <a:buNone/>
              <a:defRPr sz="2550" b="1">
                <a:solidFill>
                  <a:srgbClr val="FFFFFF"/>
                </a:solidFill>
                <a:latin typeface="Inter"/>
                <a:ea typeface="Inter"/>
                <a:cs typeface="Inter"/>
              </a:defRPr>
            </a:pPr>
            <a:r>
              <a:rPr sz="2550" b="1">
                <a:solidFill>
                  <a:srgbClr val="FFFFFF"/>
                </a:solidFill>
                <a:latin typeface="Inter"/>
                <a:ea typeface="Inter"/>
                <a:cs typeface="Inter"/>
              </a:rPr>
              <a:t>REGISTRATION</a:t>
            </a:r>
          </a:p>
        </p:txBody>
      </p:sp>
      <p:sp>
        <p:nvSpPr>
          <p:cNvPr id="96" name="Freeform 96">
            <a:extLst xmlns:a="http://schemas.openxmlformats.org/drawingml/2006/main">
              <a:ext uri="{FF2B5EF4-FFF2-40B4-BE49-F238E27FC236}">
                <a16:creationId xmlns:a16="http://schemas.microsoft.com/office/drawing/2014/main" id="{E9AE01FC-016B-4027-A88E-51F49D8E6D3D}"/>
              </a:ext>
            </a:extLst>
          </p:cNvPr>
          <p:cNvSpPr>
            <a:spLocks xmlns:a="http://schemas.openxmlformats.org/drawingml/2006/main" noGrp="1"/>
          </p:cNvSpPr>
          <p:nvPr/>
        </p:nvSpPr>
        <p:spPr>
          <a:xfrm xmlns:a="http://schemas.openxmlformats.org/drawingml/2006/main" rot="0" flipH="0" flipV="0">
            <a:off x="916419" y="28646512"/>
            <a:ext cx="3387182" cy="1215478"/>
          </a:xfrm>
          <a:custGeom xmlns:a="http://schemas.openxmlformats.org/drawingml/2006/main">
            <a:rect l="l" t="t" r="r" b="b"/>
            <a:pathLst>
              <a:path w="4516243" h="1620639">
                <a:moveTo>
                  <a:pt x="0" y="0"/>
                </a:moveTo>
                <a:lnTo>
                  <a:pt x="4516243" y="0"/>
                </a:lnTo>
                <a:lnTo>
                  <a:pt x="4516243" y="1620639"/>
                </a:lnTo>
                <a:lnTo>
                  <a:pt x="0" y="1620639"/>
                </a:lnTo>
                <a:lnTo>
                  <a:pt x="0" y="0"/>
                </a:lnTo>
                <a:close/>
              </a:path>
            </a:pathLst>
          </a:cu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t/>
            </a:r>
          </a:p>
        </p:txBody>
      </p:sp>
      <p:sp>
        <p:nvSpPr>
          <p:cNvPr id="97" name="Freeform 97">
            <a:extLst xmlns:a="http://schemas.openxmlformats.org/drawingml/2006/main">
              <a:ext uri="{FF2B5EF4-FFF2-40B4-BE49-F238E27FC236}">
                <a16:creationId xmlns:a16="http://schemas.microsoft.com/office/drawing/2014/main" id="{39575EBA-1EC8-402C-B51A-EF41B7F34C9D}"/>
              </a:ext>
            </a:extLst>
          </p:cNvPr>
          <p:cNvSpPr>
            <a:spLocks xmlns:a="http://schemas.openxmlformats.org/drawingml/2006/main" noGrp="1"/>
          </p:cNvSpPr>
          <p:nvPr/>
        </p:nvSpPr>
        <p:spPr>
          <a:xfrm xmlns:a="http://schemas.openxmlformats.org/drawingml/2006/main" rot="0" flipH="0" flipV="0">
            <a:off x="4819668" y="28438539"/>
            <a:ext cx="3432642" cy="1782775"/>
          </a:xfrm>
          <a:custGeom xmlns:a="http://schemas.openxmlformats.org/drawingml/2006/main">
            <a:rect l="l" t="t" r="r" b="b"/>
            <a:pathLst>
              <a:path w="4576857" h="2377035">
                <a:moveTo>
                  <a:pt x="0" y="0"/>
                </a:moveTo>
                <a:lnTo>
                  <a:pt x="4576857" y="0"/>
                </a:lnTo>
                <a:lnTo>
                  <a:pt x="4576857" y="2377035"/>
                </a:lnTo>
                <a:lnTo>
                  <a:pt x="0" y="2377035"/>
                </a:lnTo>
                <a:lnTo>
                  <a:pt x="0" y="0"/>
                </a:lnTo>
                <a:close/>
              </a:path>
            </a:pathLst>
          </a:cu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t/>
            </a:r>
          </a:p>
        </p:txBody>
      </p:sp>
      <p:sp>
        <p:nvSpPr>
          <p:cNvPr id="98" name="Freeform 98">
            <a:extLst xmlns:a="http://schemas.openxmlformats.org/drawingml/2006/main">
              <a:ext uri="{FF2B5EF4-FFF2-40B4-BE49-F238E27FC236}">
                <a16:creationId xmlns:a16="http://schemas.microsoft.com/office/drawing/2014/main" id="{BC2F7C3A-449F-4200-A613-B7CEF895108C}"/>
              </a:ext>
            </a:extLst>
          </p:cNvPr>
          <p:cNvSpPr>
            <a:spLocks xmlns:a="http://schemas.openxmlformats.org/drawingml/2006/main" noGrp="1"/>
          </p:cNvSpPr>
          <p:nvPr/>
        </p:nvSpPr>
        <p:spPr>
          <a:xfrm xmlns:a="http://schemas.openxmlformats.org/drawingml/2006/main" rot="0" flipH="0" flipV="0">
            <a:off x="8768376" y="28438539"/>
            <a:ext cx="3074323" cy="1775242"/>
          </a:xfrm>
          <a:custGeom xmlns:a="http://schemas.openxmlformats.org/drawingml/2006/main">
            <a:rect l="l" t="t" r="r" b="b"/>
            <a:pathLst>
              <a:path w="4099098" h="2366990">
                <a:moveTo>
                  <a:pt x="0" y="0"/>
                </a:moveTo>
                <a:lnTo>
                  <a:pt x="4099099" y="0"/>
                </a:lnTo>
                <a:lnTo>
                  <a:pt x="4099099" y="2366990"/>
                </a:lnTo>
                <a:lnTo>
                  <a:pt x="0" y="2366990"/>
                </a:lnTo>
                <a:lnTo>
                  <a:pt x="0" y="0"/>
                </a:lnTo>
                <a:close/>
              </a:path>
            </a:pathLst>
          </a:cu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t/>
            </a:r>
          </a:p>
        </p:txBody>
      </p:sp>
      <p:sp>
        <p:nvSpPr>
          <p:cNvPr id="99" name="Freeform 99">
            <a:extLst xmlns:a="http://schemas.openxmlformats.org/drawingml/2006/main">
              <a:ext uri="{FF2B5EF4-FFF2-40B4-BE49-F238E27FC236}">
                <a16:creationId xmlns:a16="http://schemas.microsoft.com/office/drawing/2014/main" id="{F5985127-2710-42F8-B20E-7EB3C0668312}"/>
              </a:ext>
            </a:extLst>
          </p:cNvPr>
          <p:cNvSpPr>
            <a:spLocks xmlns:a="http://schemas.openxmlformats.org/drawingml/2006/main" noGrp="1"/>
          </p:cNvSpPr>
          <p:nvPr/>
        </p:nvSpPr>
        <p:spPr>
          <a:xfrm xmlns:a="http://schemas.openxmlformats.org/drawingml/2006/main" rot="0" flipH="0" flipV="0">
            <a:off x="12286611" y="28301147"/>
            <a:ext cx="3509805" cy="2050027"/>
          </a:xfrm>
          <a:custGeom xmlns:a="http://schemas.openxmlformats.org/drawingml/2006/main">
            <a:rect l="l" t="t" r="r" b="b"/>
            <a:pathLst>
              <a:path w="4679740" h="2733370">
                <a:moveTo>
                  <a:pt x="0" y="0"/>
                </a:moveTo>
                <a:lnTo>
                  <a:pt x="4679740" y="0"/>
                </a:lnTo>
                <a:lnTo>
                  <a:pt x="4679740" y="2733370"/>
                </a:lnTo>
                <a:lnTo>
                  <a:pt x="0" y="2733370"/>
                </a:lnTo>
                <a:lnTo>
                  <a:pt x="0" y="0"/>
                </a:lnTo>
                <a:close/>
              </a:path>
            </a:pathLst>
          </a:cu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t/>
            </a:r>
          </a:p>
        </p:txBody>
      </p:sp>
      <p:sp>
        <p:nvSpPr>
          <p:cNvPr id="101" name="Freeform 101">
            <a:extLst xmlns:a="http://schemas.openxmlformats.org/drawingml/2006/main">
              <a:ext uri="{FF2B5EF4-FFF2-40B4-BE49-F238E27FC236}">
                <a16:creationId xmlns:a16="http://schemas.microsoft.com/office/drawing/2014/main" id="{A5F38BB5-CA22-4105-85F9-E1B935B79F1E}"/>
              </a:ext>
            </a:extLst>
          </p:cNvPr>
          <p:cNvSpPr>
            <a:spLocks xmlns:a="http://schemas.openxmlformats.org/drawingml/2006/main" noGrp="1"/>
          </p:cNvSpPr>
          <p:nvPr/>
        </p:nvSpPr>
        <p:spPr>
          <a:xfrm xmlns:a="http://schemas.openxmlformats.org/drawingml/2006/main" rot="0" flipH="0" flipV="0">
            <a:off x="8356418" y="6772208"/>
            <a:ext cx="134683" cy="565975"/>
          </a:xfrm>
          <a:custGeom xmlns:a="http://schemas.openxmlformats.org/drawingml/2006/main">
            <a:rect l="l" t="t" r="r" b="b"/>
            <a:pathLst>
              <a:path w="179578" h="754634">
                <a:moveTo>
                  <a:pt x="0" y="89789"/>
                </a:moveTo>
                <a:cubicBezTo>
                  <a:pt x="0" y="40259"/>
                  <a:pt x="40259" y="0"/>
                  <a:pt x="89789" y="0"/>
                </a:cubicBezTo>
                <a:cubicBezTo>
                  <a:pt x="139319" y="0"/>
                  <a:pt x="179578" y="40259"/>
                  <a:pt x="179578" y="89789"/>
                </a:cubicBezTo>
                <a:lnTo>
                  <a:pt x="179578" y="664845"/>
                </a:lnTo>
                <a:cubicBezTo>
                  <a:pt x="179578" y="714502"/>
                  <a:pt x="139319" y="754634"/>
                  <a:pt x="89789" y="754634"/>
                </a:cubicBezTo>
                <a:cubicBezTo>
                  <a:pt x="40259" y="754634"/>
                  <a:pt x="0" y="714502"/>
                  <a:pt x="0" y="664845"/>
                </a:cubicBezTo>
                <a:close/>
              </a:path>
            </a:pathLst>
          </a:custGeom>
          <a:solidFill xmlns:a="http://schemas.openxmlformats.org/drawingml/2006/main">
            <a:srgbClr val="EB0028"/>
          </a:solidFill>
          <a:ln xmlns:a="http://schemas.openxmlformats.org/drawingml/2006/main" w="0">
            <a:noFill/>
            <a:prstDash val="solid"/>
          </a:ln>
        </p:spPr>
      </p:sp>
      <p:sp>
        <p:nvSpPr>
          <p:cNvPr id="103" name="Freeform 103">
            <a:extLst xmlns:a="http://schemas.openxmlformats.org/drawingml/2006/main">
              <a:ext uri="{FF2B5EF4-FFF2-40B4-BE49-F238E27FC236}">
                <a16:creationId xmlns:a16="http://schemas.microsoft.com/office/drawing/2014/main" id="{9483B1B0-EA12-49A1-A410-2CA17BB58F63}"/>
              </a:ext>
            </a:extLst>
          </p:cNvPr>
          <p:cNvSpPr>
            <a:spLocks xmlns:a="http://schemas.openxmlformats.org/drawingml/2006/main" noGrp="1"/>
          </p:cNvSpPr>
          <p:nvPr/>
        </p:nvSpPr>
        <p:spPr>
          <a:xfrm xmlns:a="http://schemas.openxmlformats.org/drawingml/2006/main" rot="0" flipH="0" flipV="0">
            <a:off x="8706814" y="6691351"/>
            <a:ext cx="12263828" cy="781650"/>
          </a:xfrm>
          <a:custGeom xmlns:a="http://schemas.openxmlformats.org/drawingml/2006/main">
            <a:rect l="l" t="t" r="r" b="b"/>
            <a:pathLst>
              <a:path w="16351771" h="1042201">
                <a:moveTo>
                  <a:pt x="0" y="0"/>
                </a:moveTo>
                <a:lnTo>
                  <a:pt x="16351771" y="0"/>
                </a:lnTo>
                <a:lnTo>
                  <a:pt x="16351771" y="1042201"/>
                </a:lnTo>
                <a:lnTo>
                  <a:pt x="0" y="1042201"/>
                </a:lnTo>
                <a:close/>
              </a:path>
            </a:pathLst>
          </a:custGeom>
          <a:noFill xmlns:a="http://schemas.openxmlformats.org/drawingml/2006/main"/>
          <a:ln xmlns:a="http://schemas.openxmlformats.org/drawingml/2006/main" w="0">
            <a:noFill/>
            <a:prstDash val="solid"/>
          </a:ln>
        </p:spPr>
      </p:sp>
      <p:sp>
        <p:nvSpPr>
          <p:cNvPr id="104" name="TextBox 104">
            <a:extLst xmlns:a="http://schemas.openxmlformats.org/drawingml/2006/main">
              <a:ext uri="{FF2B5EF4-FFF2-40B4-BE49-F238E27FC236}">
                <a16:creationId xmlns:a16="http://schemas.microsoft.com/office/drawing/2014/main" id="{476EB95F-218A-47B1-9394-95E987406496}"/>
              </a:ext>
            </a:extLst>
          </p:cNvPr>
          <p:cNvSpPr>
            <a:spLocks xmlns:a="http://schemas.openxmlformats.org/drawingml/2006/main" noGrp="1"/>
          </p:cNvSpPr>
          <p:nvPr/>
        </p:nvSpPr>
        <p:spPr>
          <a:xfrm xmlns:a="http://schemas.openxmlformats.org/drawingml/2006/main" rot="0" flipH="0" flipV="0">
            <a:off x="8706814" y="6684208"/>
            <a:ext cx="12263828" cy="788793"/>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ts val="5093"/>
              </a:lnSpc>
              <a:buNone/>
              <a:defRPr sz="4050" b="1">
                <a:solidFill>
                  <a:srgbClr val="B0001E"/>
                </a:solidFill>
                <a:latin typeface="Inter"/>
                <a:ea typeface="Inter"/>
                <a:cs typeface="Inter"/>
              </a:defRPr>
            </a:pPr>
            <a:r>
              <a:rPr sz="4050" b="1">
                <a:solidFill>
                  <a:srgbClr val="B0001E"/>
                </a:solidFill>
                <a:latin typeface="Inter"/>
                <a:ea typeface="Inter"/>
                <a:cs typeface="Inter"/>
              </a:rPr>
              <a:t>About the theme</a:t>
            </a:r>
          </a:p>
        </p:txBody>
      </p:sp>
      <p:sp>
        <p:nvSpPr>
          <p:cNvPr id="106" name="Freeform 106">
            <a:extLst xmlns:a="http://schemas.openxmlformats.org/drawingml/2006/main">
              <a:ext uri="{FF2B5EF4-FFF2-40B4-BE49-F238E27FC236}">
                <a16:creationId xmlns:a16="http://schemas.microsoft.com/office/drawing/2014/main" id="{AA04F0C1-7D7B-4853-82F9-2DD7CDDB5369}"/>
              </a:ext>
            </a:extLst>
          </p:cNvPr>
          <p:cNvSpPr>
            <a:spLocks xmlns:a="http://schemas.openxmlformats.org/drawingml/2006/main" noGrp="1"/>
          </p:cNvSpPr>
          <p:nvPr/>
        </p:nvSpPr>
        <p:spPr>
          <a:xfrm xmlns:a="http://schemas.openxmlformats.org/drawingml/2006/main" rot="0" flipH="0" flipV="0">
            <a:off x="8706814" y="7419099"/>
            <a:ext cx="12263818" cy="40386"/>
          </a:xfrm>
          <a:custGeom xmlns:a="http://schemas.openxmlformats.org/drawingml/2006/main">
            <a:rect l="l" t="t" r="r" b="b"/>
            <a:pathLst>
              <a:path w="16351758" h="53848">
                <a:moveTo>
                  <a:pt x="0" y="0"/>
                </a:moveTo>
                <a:lnTo>
                  <a:pt x="16351758" y="0"/>
                </a:lnTo>
                <a:lnTo>
                  <a:pt x="16351758" y="53848"/>
                </a:lnTo>
                <a:lnTo>
                  <a:pt x="0" y="53848"/>
                </a:lnTo>
                <a:close/>
              </a:path>
            </a:pathLst>
          </a:custGeom>
          <a:solidFill xmlns:a="http://schemas.openxmlformats.org/drawingml/2006/main">
            <a:srgbClr val="EB0028">
              <a:alpha val="24000"/>
            </a:srgbClr>
          </a:solidFill>
          <a:ln xmlns:a="http://schemas.openxmlformats.org/drawingml/2006/main" w="0">
            <a:noFill/>
            <a:prstDash val="solid"/>
          </a:ln>
        </p:spPr>
      </p:sp>
      <p:sp>
        <p:nvSpPr>
          <p:cNvPr id="108" name="Freeform 108">
            <a:extLst xmlns:a="http://schemas.openxmlformats.org/drawingml/2006/main">
              <a:ext uri="{FF2B5EF4-FFF2-40B4-BE49-F238E27FC236}">
                <a16:creationId xmlns:a16="http://schemas.microsoft.com/office/drawing/2014/main" id="{E332747C-2600-4CE8-BB9C-C1AA10AF7413}"/>
              </a:ext>
            </a:extLst>
          </p:cNvPr>
          <p:cNvSpPr>
            <a:spLocks xmlns:a="http://schemas.openxmlformats.org/drawingml/2006/main" noGrp="1"/>
          </p:cNvSpPr>
          <p:nvPr/>
        </p:nvSpPr>
        <p:spPr>
          <a:xfrm xmlns:a="http://schemas.openxmlformats.org/drawingml/2006/main" rot="0" flipH="0" flipV="0">
            <a:off x="791337" y="6772180"/>
            <a:ext cx="134684" cy="565976"/>
          </a:xfrm>
          <a:custGeom xmlns:a="http://schemas.openxmlformats.org/drawingml/2006/main">
            <a:rect l="l" t="t" r="r" b="b"/>
            <a:pathLst>
              <a:path w="179578" h="754634">
                <a:moveTo>
                  <a:pt x="0" y="89789"/>
                </a:moveTo>
                <a:cubicBezTo>
                  <a:pt x="0" y="40259"/>
                  <a:pt x="40259" y="0"/>
                  <a:pt x="89789" y="0"/>
                </a:cubicBezTo>
                <a:cubicBezTo>
                  <a:pt x="139319" y="0"/>
                  <a:pt x="179578" y="40259"/>
                  <a:pt x="179578" y="89789"/>
                </a:cubicBezTo>
                <a:lnTo>
                  <a:pt x="179578" y="664845"/>
                </a:lnTo>
                <a:cubicBezTo>
                  <a:pt x="179578" y="714502"/>
                  <a:pt x="139319" y="754634"/>
                  <a:pt x="89789" y="754634"/>
                </a:cubicBezTo>
                <a:cubicBezTo>
                  <a:pt x="40259" y="754634"/>
                  <a:pt x="0" y="714502"/>
                  <a:pt x="0" y="664845"/>
                </a:cubicBezTo>
                <a:close/>
              </a:path>
            </a:pathLst>
          </a:custGeom>
          <a:solidFill xmlns:a="http://schemas.openxmlformats.org/drawingml/2006/main">
            <a:srgbClr val="EB0028"/>
          </a:solidFill>
          <a:ln xmlns:a="http://schemas.openxmlformats.org/drawingml/2006/main" w="0">
            <a:noFill/>
            <a:prstDash val="solid"/>
          </a:ln>
        </p:spPr>
      </p:sp>
      <p:sp>
        <p:nvSpPr>
          <p:cNvPr id="110" name="Freeform 110">
            <a:extLst xmlns:a="http://schemas.openxmlformats.org/drawingml/2006/main">
              <a:ext uri="{FF2B5EF4-FFF2-40B4-BE49-F238E27FC236}">
                <a16:creationId xmlns:a16="http://schemas.microsoft.com/office/drawing/2014/main" id="{6E5C74FC-B0B3-487D-8CE5-6833C659F395}"/>
              </a:ext>
            </a:extLst>
          </p:cNvPr>
          <p:cNvSpPr>
            <a:spLocks xmlns:a="http://schemas.openxmlformats.org/drawingml/2006/main" noGrp="1"/>
          </p:cNvSpPr>
          <p:nvPr/>
        </p:nvSpPr>
        <p:spPr>
          <a:xfrm xmlns:a="http://schemas.openxmlformats.org/drawingml/2006/main" rot="0" flipH="0" flipV="0">
            <a:off x="1141667" y="6691313"/>
            <a:ext cx="6790373" cy="781622"/>
          </a:xfrm>
          <a:custGeom xmlns:a="http://schemas.openxmlformats.org/drawingml/2006/main">
            <a:rect l="l" t="t" r="r" b="b"/>
            <a:pathLst>
              <a:path w="16351771" h="1042201">
                <a:moveTo>
                  <a:pt x="0" y="0"/>
                </a:moveTo>
                <a:lnTo>
                  <a:pt x="16351771" y="0"/>
                </a:lnTo>
                <a:lnTo>
                  <a:pt x="16351771" y="1042201"/>
                </a:lnTo>
                <a:lnTo>
                  <a:pt x="0" y="1042201"/>
                </a:lnTo>
                <a:close/>
              </a:path>
            </a:pathLst>
          </a:custGeom>
          <a:noFill xmlns:a="http://schemas.openxmlformats.org/drawingml/2006/main"/>
          <a:ln xmlns:a="http://schemas.openxmlformats.org/drawingml/2006/main" w="0">
            <a:noFill/>
            <a:prstDash val="solid"/>
          </a:ln>
        </p:spPr>
      </p:sp>
      <p:sp>
        <p:nvSpPr>
          <p:cNvPr id="111" name="TextBox 111">
            <a:extLst xmlns:a="http://schemas.openxmlformats.org/drawingml/2006/main">
              <a:ext uri="{FF2B5EF4-FFF2-40B4-BE49-F238E27FC236}">
                <a16:creationId xmlns:a16="http://schemas.microsoft.com/office/drawing/2014/main" id="{F261B982-D135-4B1E-85F0-C6A998E63148}"/>
              </a:ext>
            </a:extLst>
          </p:cNvPr>
          <p:cNvSpPr>
            <a:spLocks xmlns:a="http://schemas.openxmlformats.org/drawingml/2006/main" noGrp="1"/>
          </p:cNvSpPr>
          <p:nvPr/>
        </p:nvSpPr>
        <p:spPr>
          <a:xfrm xmlns:a="http://schemas.openxmlformats.org/drawingml/2006/main" rot="0" flipH="0" flipV="0">
            <a:off x="1141667" y="6684169"/>
            <a:ext cx="6790373" cy="788765"/>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ts val="5093"/>
              </a:lnSpc>
              <a:buNone/>
              <a:defRPr sz="4050" b="1">
                <a:solidFill>
                  <a:srgbClr val="B0001E"/>
                </a:solidFill>
                <a:latin typeface="Inter"/>
                <a:ea typeface="Inter"/>
                <a:cs typeface="Inter"/>
              </a:defRPr>
            </a:pPr>
            <a:r>
              <a:rPr sz="4050" b="1">
                <a:solidFill>
                  <a:srgbClr val="B0001E"/>
                </a:solidFill>
                <a:latin typeface="Inter"/>
                <a:ea typeface="Inter"/>
                <a:cs typeface="Inter"/>
              </a:rPr>
              <a:t>What to expect</a:t>
            </a:r>
          </a:p>
        </p:txBody>
      </p:sp>
      <p:sp>
        <p:nvSpPr>
          <p:cNvPr id="113" name="Freeform 113">
            <a:extLst xmlns:a="http://schemas.openxmlformats.org/drawingml/2006/main">
              <a:ext uri="{FF2B5EF4-FFF2-40B4-BE49-F238E27FC236}">
                <a16:creationId xmlns:a16="http://schemas.microsoft.com/office/drawing/2014/main" id="{1E87B2EE-118E-4CD0-8D26-ADE165FD5402}"/>
              </a:ext>
            </a:extLst>
          </p:cNvPr>
          <p:cNvSpPr>
            <a:spLocks xmlns:a="http://schemas.openxmlformats.org/drawingml/2006/main" noGrp="1"/>
          </p:cNvSpPr>
          <p:nvPr/>
        </p:nvSpPr>
        <p:spPr>
          <a:xfrm xmlns:a="http://schemas.openxmlformats.org/drawingml/2006/main" rot="0" flipH="0" flipV="0">
            <a:off x="1141667" y="7419118"/>
            <a:ext cx="6790373" cy="40386"/>
          </a:xfrm>
          <a:custGeom xmlns:a="http://schemas.openxmlformats.org/drawingml/2006/main">
            <a:rect l="l" t="t" r="r" b="b"/>
            <a:pathLst>
              <a:path w="16351758" h="53848">
                <a:moveTo>
                  <a:pt x="0" y="0"/>
                </a:moveTo>
                <a:lnTo>
                  <a:pt x="16351758" y="0"/>
                </a:lnTo>
                <a:lnTo>
                  <a:pt x="16351758" y="53848"/>
                </a:lnTo>
                <a:lnTo>
                  <a:pt x="0" y="53848"/>
                </a:lnTo>
                <a:close/>
              </a:path>
            </a:pathLst>
          </a:custGeom>
          <a:solidFill xmlns:a="http://schemas.openxmlformats.org/drawingml/2006/main">
            <a:srgbClr val="EB0028">
              <a:alpha val="24000"/>
            </a:srgbClr>
          </a:solidFill>
          <a:ln xmlns:a="http://schemas.openxmlformats.org/drawingml/2006/main" w="0">
            <a:noFill/>
            <a:prstDash val="solid"/>
          </a:ln>
        </p:spPr>
      </p:sp>
      <p:sp>
        <p:nvSpPr>
          <p:cNvPr id="115" name="Freeform 115">
            <a:extLst xmlns:a="http://schemas.openxmlformats.org/drawingml/2006/main">
              <a:ext uri="{FF2B5EF4-FFF2-40B4-BE49-F238E27FC236}">
                <a16:creationId xmlns:a16="http://schemas.microsoft.com/office/drawing/2014/main" id="{89039F61-9105-4FB8-892E-F19ADCBBFE1C}"/>
              </a:ext>
            </a:extLst>
          </p:cNvPr>
          <p:cNvSpPr>
            <a:spLocks xmlns:a="http://schemas.openxmlformats.org/drawingml/2006/main" noGrp="1"/>
          </p:cNvSpPr>
          <p:nvPr/>
        </p:nvSpPr>
        <p:spPr>
          <a:xfrm xmlns:a="http://schemas.openxmlformats.org/drawingml/2006/main" rot="0" flipH="0" flipV="0">
            <a:off x="8679858" y="25068867"/>
            <a:ext cx="2749254" cy="916418"/>
          </a:xfrm>
          <a:custGeom xmlns:a="http://schemas.openxmlformats.org/drawingml/2006/main">
            <a:rect l="l" t="t" r="r" b="b"/>
            <a:pathLst>
              <a:path w="3665672" h="1221891">
                <a:moveTo>
                  <a:pt x="0" y="0"/>
                </a:moveTo>
                <a:lnTo>
                  <a:pt x="3665672" y="0"/>
                </a:lnTo>
                <a:lnTo>
                  <a:pt x="3665672" y="1221891"/>
                </a:lnTo>
                <a:lnTo>
                  <a:pt x="0" y="1221891"/>
                </a:lnTo>
                <a:close/>
              </a:path>
            </a:pathLst>
          </a:custGeom>
          <a:solidFill xmlns:a="http://schemas.openxmlformats.org/drawingml/2006/main">
            <a:srgbClr val="650013"/>
          </a:solidFill>
          <a:ln xmlns:a="http://schemas.openxmlformats.org/drawingml/2006/main" w="0">
            <a:noFill/>
            <a:prstDash val="solid"/>
          </a:ln>
        </p:spPr>
      </p:sp>
      <p:sp>
        <p:nvSpPr>
          <p:cNvPr id="116" name="TextBox 116">
            <a:extLst xmlns:a="http://schemas.openxmlformats.org/drawingml/2006/main">
              <a:ext uri="{FF2B5EF4-FFF2-40B4-BE49-F238E27FC236}">
                <a16:creationId xmlns:a16="http://schemas.microsoft.com/office/drawing/2014/main" id="{45328143-4AB6-4EC0-BB09-DFDE20147CBC}"/>
              </a:ext>
            </a:extLst>
          </p:cNvPr>
          <p:cNvSpPr>
            <a:spLocks xmlns:a="http://schemas.openxmlformats.org/drawingml/2006/main" noGrp="1"/>
          </p:cNvSpPr>
          <p:nvPr/>
        </p:nvSpPr>
        <p:spPr>
          <a:xfrm xmlns:a="http://schemas.openxmlformats.org/drawingml/2006/main" rot="0" flipH="0" flipV="0">
            <a:off x="8679858" y="25054580"/>
            <a:ext cx="2749258" cy="930706"/>
          </a:xfrm>
          <a:prstGeom xmlns:a="http://schemas.openxmlformats.org/drawingml/2006/main" prst="rect">
            <a:avLst/>
          </a:prstGeom>
        </p:spPr>
        <p:txBody>
          <a:bodyPr xmlns:a="http://schemas.openxmlformats.org/drawingml/2006/main" lIns="0" tIns="0" rIns="0" bIns="0" anchor="ctr">
            <a:normAutofit/>
          </a:bodyPr>
          <a:lstStyle xmlns:a="http://schemas.openxmlformats.org/drawingml/2006/main"/>
          <a:p xmlns:a="http://schemas.openxmlformats.org/drawingml/2006/main">
            <a:pPr algn="ctr">
              <a:lnSpc>
                <a:spcPts val="2801"/>
              </a:lnSpc>
              <a:buNone/>
            </a:pPr>
            <a:r>
              <a:rPr sz="2334">
                <a:solidFill>
                  <a:srgbClr val="FFFFFF"/>
                </a:solidFill>
                <a:latin typeface="Arial"/>
                <a:ea typeface="Arial"/>
                <a:cs typeface="Arial"/>
              </a:rPr>
              <a:t/>
            </a:r>
          </a:p>
        </p:txBody>
      </p:sp>
      <p:sp>
        <p:nvSpPr>
          <p:cNvPr id="119" name="Freeform 119">
            <a:extLst xmlns:a="http://schemas.openxmlformats.org/drawingml/2006/main">
              <a:ext uri="{FF2B5EF4-FFF2-40B4-BE49-F238E27FC236}">
                <a16:creationId xmlns:a16="http://schemas.microsoft.com/office/drawing/2014/main" id="{C6D40EB7-39BD-4F12-834E-A09FA086DDD2}"/>
              </a:ext>
            </a:extLst>
          </p:cNvPr>
          <p:cNvSpPr>
            <a:spLocks xmlns:a="http://schemas.openxmlformats.org/drawingml/2006/main" noGrp="1"/>
          </p:cNvSpPr>
          <p:nvPr/>
        </p:nvSpPr>
        <p:spPr>
          <a:xfrm xmlns:a="http://schemas.openxmlformats.org/drawingml/2006/main" rot="0" flipH="0" flipV="0">
            <a:off x="8706814" y="21057546"/>
            <a:ext cx="12263827" cy="781650"/>
          </a:xfrm>
          <a:custGeom xmlns:a="http://schemas.openxmlformats.org/drawingml/2006/main">
            <a:rect l="l" t="t" r="r" b="b"/>
            <a:pathLst>
              <a:path w="16351771" h="1042201">
                <a:moveTo>
                  <a:pt x="0" y="0"/>
                </a:moveTo>
                <a:lnTo>
                  <a:pt x="16351771" y="0"/>
                </a:lnTo>
                <a:lnTo>
                  <a:pt x="16351771" y="1042201"/>
                </a:lnTo>
                <a:lnTo>
                  <a:pt x="0" y="1042201"/>
                </a:lnTo>
                <a:close/>
              </a:path>
            </a:pathLst>
          </a:custGeom>
          <a:noFill xmlns:a="http://schemas.openxmlformats.org/drawingml/2006/main"/>
          <a:ln xmlns:a="http://schemas.openxmlformats.org/drawingml/2006/main" w="0">
            <a:noFill/>
            <a:prstDash val="solid"/>
          </a:ln>
        </p:spPr>
      </p:sp>
      <p:sp>
        <p:nvSpPr>
          <p:cNvPr id="120" name="TextBox 120">
            <a:extLst xmlns:a="http://schemas.openxmlformats.org/drawingml/2006/main">
              <a:ext uri="{FF2B5EF4-FFF2-40B4-BE49-F238E27FC236}">
                <a16:creationId xmlns:a16="http://schemas.microsoft.com/office/drawing/2014/main" id="{4A5EE709-E865-4540-8798-1837EFE4D764}"/>
              </a:ext>
            </a:extLst>
          </p:cNvPr>
          <p:cNvSpPr>
            <a:spLocks xmlns:a="http://schemas.openxmlformats.org/drawingml/2006/main" noGrp="1"/>
          </p:cNvSpPr>
          <p:nvPr/>
        </p:nvSpPr>
        <p:spPr>
          <a:xfrm xmlns:a="http://schemas.openxmlformats.org/drawingml/2006/main" rot="0" flipH="0" flipV="0">
            <a:off x="8706814" y="21050403"/>
            <a:ext cx="12263827" cy="788793"/>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ts val="5093"/>
              </a:lnSpc>
              <a:buNone/>
              <a:defRPr sz="4200" b="1">
                <a:solidFill>
                  <a:srgbClr val="B0001E"/>
                </a:solidFill>
                <a:latin typeface="Inter"/>
                <a:ea typeface="Inter"/>
                <a:cs typeface="Inter"/>
              </a:defRPr>
            </a:pPr>
            <a:r>
              <a:rPr sz="4200" b="1">
                <a:solidFill>
                  <a:srgbClr val="B0001E"/>
                </a:solidFill>
                <a:latin typeface="Inter"/>
                <a:ea typeface="Inter"/>
                <a:cs typeface="Inter"/>
              </a:rPr>
              <a:t>Attend in person</a:t>
            </a:r>
          </a:p>
        </p:txBody>
      </p:sp>
      <p:sp>
        <p:nvSpPr>
          <p:cNvPr id="122" name="Freeform 122">
            <a:extLst xmlns:a="http://schemas.openxmlformats.org/drawingml/2006/main">
              <a:ext uri="{FF2B5EF4-FFF2-40B4-BE49-F238E27FC236}">
                <a16:creationId xmlns:a16="http://schemas.microsoft.com/office/drawing/2014/main" id="{9C7D3113-F3A9-4732-9EFC-D10F47FB0B0F}"/>
              </a:ext>
            </a:extLst>
          </p:cNvPr>
          <p:cNvSpPr>
            <a:spLocks xmlns:a="http://schemas.openxmlformats.org/drawingml/2006/main" noGrp="1"/>
          </p:cNvSpPr>
          <p:nvPr/>
        </p:nvSpPr>
        <p:spPr>
          <a:xfrm xmlns:a="http://schemas.openxmlformats.org/drawingml/2006/main" rot="0" flipH="0" flipV="0">
            <a:off x="8706814" y="21785294"/>
            <a:ext cx="12263818" cy="40385"/>
          </a:xfrm>
          <a:custGeom xmlns:a="http://schemas.openxmlformats.org/drawingml/2006/main">
            <a:rect l="l" t="t" r="r" b="b"/>
            <a:pathLst>
              <a:path w="16351758" h="53848">
                <a:moveTo>
                  <a:pt x="0" y="0"/>
                </a:moveTo>
                <a:lnTo>
                  <a:pt x="16351758" y="0"/>
                </a:lnTo>
                <a:lnTo>
                  <a:pt x="16351758" y="53848"/>
                </a:lnTo>
                <a:lnTo>
                  <a:pt x="0" y="53848"/>
                </a:lnTo>
                <a:close/>
              </a:path>
            </a:pathLst>
          </a:custGeom>
          <a:solidFill xmlns:a="http://schemas.openxmlformats.org/drawingml/2006/main">
            <a:srgbClr val="EB0028">
              <a:alpha val="24000"/>
            </a:srgbClr>
          </a:solidFill>
          <a:ln xmlns:a="http://schemas.openxmlformats.org/drawingml/2006/main" w="0">
            <a:noFill/>
            <a:prstDash val="solid"/>
          </a:ln>
        </p:spPr>
      </p:sp>
      <p:sp>
        <p:nvSpPr>
          <p:cNvPr id="124" name="Freeform 124">
            <a:extLst xmlns:a="http://schemas.openxmlformats.org/drawingml/2006/main">
              <a:ext uri="{FF2B5EF4-FFF2-40B4-BE49-F238E27FC236}">
                <a16:creationId xmlns:a16="http://schemas.microsoft.com/office/drawing/2014/main" id="{4DE2FC19-C7A8-4F8E-BB5F-4044116D1BAA}"/>
              </a:ext>
            </a:extLst>
          </p:cNvPr>
          <p:cNvSpPr>
            <a:spLocks xmlns:a="http://schemas.openxmlformats.org/drawingml/2006/main" noGrp="1"/>
          </p:cNvSpPr>
          <p:nvPr/>
        </p:nvSpPr>
        <p:spPr>
          <a:xfrm xmlns:a="http://schemas.openxmlformats.org/drawingml/2006/main" rot="0" flipH="0" flipV="0">
            <a:off x="8356418" y="21138413"/>
            <a:ext cx="134683" cy="565975"/>
          </a:xfrm>
          <a:custGeom xmlns:a="http://schemas.openxmlformats.org/drawingml/2006/main">
            <a:rect l="l" t="t" r="r" b="b"/>
            <a:pathLst>
              <a:path w="179578" h="754634">
                <a:moveTo>
                  <a:pt x="0" y="89789"/>
                </a:moveTo>
                <a:cubicBezTo>
                  <a:pt x="0" y="40259"/>
                  <a:pt x="40259" y="0"/>
                  <a:pt x="89789" y="0"/>
                </a:cubicBezTo>
                <a:cubicBezTo>
                  <a:pt x="139319" y="0"/>
                  <a:pt x="179578" y="40259"/>
                  <a:pt x="179578" y="89789"/>
                </a:cubicBezTo>
                <a:lnTo>
                  <a:pt x="179578" y="664845"/>
                </a:lnTo>
                <a:cubicBezTo>
                  <a:pt x="179578" y="714502"/>
                  <a:pt x="139319" y="754634"/>
                  <a:pt x="89789" y="754634"/>
                </a:cubicBezTo>
                <a:cubicBezTo>
                  <a:pt x="40259" y="754634"/>
                  <a:pt x="0" y="714502"/>
                  <a:pt x="0" y="664845"/>
                </a:cubicBezTo>
                <a:close/>
              </a:path>
            </a:pathLst>
          </a:custGeom>
          <a:solidFill xmlns:a="http://schemas.openxmlformats.org/drawingml/2006/main">
            <a:srgbClr val="EB0028"/>
          </a:solidFill>
          <a:ln xmlns:a="http://schemas.openxmlformats.org/drawingml/2006/main" w="0">
            <a:noFill/>
            <a:prstDash val="solid"/>
          </a:ln>
        </p:spPr>
      </p:sp>
      <p:sp>
        <p:nvSpPr>
          <p:cNvPr id="126" name="Freeform 126">
            <a:extLst xmlns:a="http://schemas.openxmlformats.org/drawingml/2006/main">
              <a:ext uri="{FF2B5EF4-FFF2-40B4-BE49-F238E27FC236}">
                <a16:creationId xmlns:a16="http://schemas.microsoft.com/office/drawing/2014/main" id="{9FF0F846-CE7E-4311-A56A-757DD64D68DD}"/>
              </a:ext>
            </a:extLst>
          </p:cNvPr>
          <p:cNvSpPr>
            <a:spLocks xmlns:a="http://schemas.openxmlformats.org/drawingml/2006/main" noGrp="1"/>
          </p:cNvSpPr>
          <p:nvPr/>
        </p:nvSpPr>
        <p:spPr>
          <a:xfrm xmlns:a="http://schemas.openxmlformats.org/drawingml/2006/main" rot="0" flipH="0" flipV="0">
            <a:off x="8356418" y="22095256"/>
            <a:ext cx="12359758" cy="5417629"/>
          </a:xfrm>
          <a:custGeom xmlns:a="http://schemas.openxmlformats.org/drawingml/2006/main">
            <a:rect l="l" t="t" r="r" b="b"/>
            <a:pathLst>
              <a:path w="16479678" h="7223506">
                <a:moveTo>
                  <a:pt x="0" y="433451"/>
                </a:moveTo>
                <a:cubicBezTo>
                  <a:pt x="0" y="194056"/>
                  <a:pt x="189736" y="0"/>
                  <a:pt x="423801" y="0"/>
                </a:cubicBezTo>
                <a:lnTo>
                  <a:pt x="16055876" y="0"/>
                </a:lnTo>
                <a:cubicBezTo>
                  <a:pt x="16289941" y="0"/>
                  <a:pt x="16479678" y="194056"/>
                  <a:pt x="16479678" y="433451"/>
                </a:cubicBezTo>
                <a:lnTo>
                  <a:pt x="16479678" y="6790055"/>
                </a:lnTo>
                <a:cubicBezTo>
                  <a:pt x="16479678" y="7029450"/>
                  <a:pt x="16289941" y="7223506"/>
                  <a:pt x="16055876" y="7223506"/>
                </a:cubicBezTo>
                <a:lnTo>
                  <a:pt x="423801" y="7223506"/>
                </a:lnTo>
                <a:cubicBezTo>
                  <a:pt x="189736" y="7223506"/>
                  <a:pt x="0" y="7029450"/>
                  <a:pt x="0" y="6790055"/>
                </a:cubicBezTo>
                <a:close/>
              </a:path>
            </a:pathLst>
          </a:custGeom>
          <a:gradFill xmlns:a="http://schemas.openxmlformats.org/drawingml/2006/main">
            <a:gsLst>
              <a:gs pos="0">
                <a:srgbClr val="FFF0EE">
                  <a:alpha val="96000"/>
                </a:srgbClr>
              </a:gs>
              <a:gs pos="72000">
                <a:srgbClr val="F3EBEB">
                  <a:alpha val="92000"/>
                </a:srgbClr>
              </a:gs>
              <a:gs pos="100000">
                <a:srgbClr val="FFFFFF">
                  <a:alpha val="88000"/>
                </a:srgbClr>
              </a:gs>
            </a:gsLst>
            <a:lin ang="8700000"/>
          </a:gradFill>
          <a:ln xmlns:a="http://schemas.openxmlformats.org/drawingml/2006/main" w="19050">
            <a:solidFill>
              <a:srgbClr val="EB0028">
                <a:alpha val="22000"/>
              </a:srgbClr>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8" name="Freeform 128">
            <a:extLst xmlns:a="http://schemas.openxmlformats.org/drawingml/2006/main">
              <a:ext uri="{FF2B5EF4-FFF2-40B4-BE49-F238E27FC236}">
                <a16:creationId xmlns:a16="http://schemas.microsoft.com/office/drawing/2014/main" id="{76035AEC-E1D2-4C85-AA55-FFA772132A3C}"/>
              </a:ext>
            </a:extLst>
          </p:cNvPr>
          <p:cNvSpPr>
            <a:spLocks xmlns:a="http://schemas.openxmlformats.org/drawingml/2006/main" noGrp="1"/>
          </p:cNvSpPr>
          <p:nvPr/>
        </p:nvSpPr>
        <p:spPr>
          <a:xfrm xmlns:a="http://schemas.openxmlformats.org/drawingml/2006/main" rot="0" flipH="0" flipV="0">
            <a:off x="8356418" y="22108734"/>
            <a:ext cx="3396138" cy="5390673"/>
          </a:xfrm>
          <a:custGeom xmlns:a="http://schemas.openxmlformats.org/drawingml/2006/main">
            <a:rect l="l" t="t" r="r" b="b"/>
            <a:pathLst>
              <a:path w="4528185" h="7187565">
                <a:moveTo>
                  <a:pt x="0" y="431292"/>
                </a:moveTo>
                <a:cubicBezTo>
                  <a:pt x="0" y="193040"/>
                  <a:pt x="193040" y="0"/>
                  <a:pt x="431292" y="0"/>
                </a:cubicBezTo>
                <a:lnTo>
                  <a:pt x="4096893" y="0"/>
                </a:lnTo>
                <a:cubicBezTo>
                  <a:pt x="4335018" y="0"/>
                  <a:pt x="4528185" y="193040"/>
                  <a:pt x="4528185" y="431292"/>
                </a:cubicBezTo>
                <a:lnTo>
                  <a:pt x="4528185" y="6756273"/>
                </a:lnTo>
                <a:cubicBezTo>
                  <a:pt x="4528185" y="6994398"/>
                  <a:pt x="4335145" y="7187565"/>
                  <a:pt x="4096893" y="7187565"/>
                </a:cubicBezTo>
                <a:lnTo>
                  <a:pt x="431292" y="7187565"/>
                </a:lnTo>
                <a:cubicBezTo>
                  <a:pt x="193040" y="7187565"/>
                  <a:pt x="0" y="6994525"/>
                  <a:pt x="0" y="6756273"/>
                </a:cubicBezTo>
                <a:close/>
              </a:path>
            </a:pathLst>
          </a:custGeom>
          <a:solidFill xmlns:a="http://schemas.openxmlformats.org/drawingml/2006/main">
            <a:srgbClr val="EB0028"/>
          </a:solidFill>
          <a:ln xmlns:a="http://schemas.openxmlformats.org/drawingml/2006/main" w="0">
            <a:noFill/>
            <a:prstDash val="solid"/>
          </a:ln>
        </p:spPr>
      </p:sp>
      <p:sp>
        <p:nvSpPr>
          <p:cNvPr id="130" name="Freeform 130">
            <a:extLst xmlns:a="http://schemas.openxmlformats.org/drawingml/2006/main">
              <a:ext uri="{FF2B5EF4-FFF2-40B4-BE49-F238E27FC236}">
                <a16:creationId xmlns:a16="http://schemas.microsoft.com/office/drawing/2014/main" id="{04B36E7A-F503-4C53-A5D4-5467DAA43E65}"/>
              </a:ext>
            </a:extLst>
          </p:cNvPr>
          <p:cNvSpPr>
            <a:spLocks xmlns:a="http://schemas.openxmlformats.org/drawingml/2006/main" noGrp="1"/>
          </p:cNvSpPr>
          <p:nvPr/>
        </p:nvSpPr>
        <p:spPr>
          <a:xfrm xmlns:a="http://schemas.openxmlformats.org/drawingml/2006/main" rot="0" flipH="0" flipV="0">
            <a:off x="8679858" y="22647801"/>
            <a:ext cx="2749253" cy="1185952"/>
          </a:xfrm>
          <a:custGeom xmlns:a="http://schemas.openxmlformats.org/drawingml/2006/main">
            <a:rect l="l" t="t" r="r" b="b"/>
            <a:pathLst>
              <a:path w="3665672" h="1581270">
                <a:moveTo>
                  <a:pt x="0" y="0"/>
                </a:moveTo>
                <a:lnTo>
                  <a:pt x="3665672" y="0"/>
                </a:lnTo>
                <a:lnTo>
                  <a:pt x="3665672" y="1581270"/>
                </a:lnTo>
                <a:lnTo>
                  <a:pt x="0" y="1581270"/>
                </a:lnTo>
                <a:close/>
              </a:path>
            </a:pathLst>
          </a:custGeom>
          <a:noFill xmlns:a="http://schemas.openxmlformats.org/drawingml/2006/main"/>
          <a:ln xmlns:a="http://schemas.openxmlformats.org/drawingml/2006/main" w="0">
            <a:noFill/>
            <a:prstDash val="solid"/>
          </a:ln>
        </p:spPr>
      </p:sp>
      <p:sp>
        <p:nvSpPr>
          <p:cNvPr id="131" name="TextBox 131">
            <a:extLst xmlns:a="http://schemas.openxmlformats.org/drawingml/2006/main">
              <a:ext uri="{FF2B5EF4-FFF2-40B4-BE49-F238E27FC236}">
                <a16:creationId xmlns:a16="http://schemas.microsoft.com/office/drawing/2014/main" id="{10E5E47E-F929-40C2-8AAF-FCC432B18ECC}"/>
              </a:ext>
            </a:extLst>
          </p:cNvPr>
          <p:cNvSpPr>
            <a:spLocks xmlns:a="http://schemas.openxmlformats.org/drawingml/2006/main" noGrp="1"/>
          </p:cNvSpPr>
          <p:nvPr/>
        </p:nvSpPr>
        <p:spPr>
          <a:xfrm xmlns:a="http://schemas.openxmlformats.org/drawingml/2006/main" rot="0" flipH="0" flipV="0">
            <a:off x="8679858" y="22640658"/>
            <a:ext cx="2749257" cy="1193091"/>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ts val="3310"/>
              </a:lnSpc>
              <a:buNone/>
              <a:defRPr sz="2775" b="1">
                <a:solidFill>
                  <a:srgbClr val="FFFFFF"/>
                </a:solidFill>
                <a:latin typeface="Inter"/>
                <a:ea typeface="Inter"/>
                <a:cs typeface="Inter"/>
              </a:defRPr>
            </a:pPr>
            <a:r>
              <a:rPr sz="2775" b="1">
                <a:solidFill>
                  <a:srgbClr val="FFFFFF"/>
                </a:solidFill>
                <a:latin typeface="Inter"/>
                <a:ea typeface="Inter"/>
                <a:cs typeface="Inter"/>
              </a:rPr>
              <a:t>FREE</a:t>
            </a:r>
          </a:p>
          <a:p xmlns:a="http://schemas.openxmlformats.org/drawingml/2006/main">
            <a:pPr algn="ctr">
              <a:lnSpc>
                <a:spcPts val="3310"/>
              </a:lnSpc>
              <a:buNone/>
              <a:defRPr sz="2775" b="1">
                <a:solidFill>
                  <a:srgbClr val="FFFFFF"/>
                </a:solidFill>
                <a:latin typeface="Inter"/>
                <a:ea typeface="Inter"/>
                <a:cs typeface="Inter"/>
              </a:defRPr>
            </a:pPr>
            <a:r>
              <a:rPr sz="2775" b="1">
                <a:solidFill>
                  <a:srgbClr val="FFFFFF"/>
                </a:solidFill>
                <a:latin typeface="Inter"/>
                <a:ea typeface="Inter"/>
                <a:cs typeface="Inter"/>
              </a:rPr>
              <a:t>ADMISSION</a:t>
            </a:r>
          </a:p>
        </p:txBody>
      </p:sp>
      <p:sp>
        <p:nvSpPr>
          <p:cNvPr id="133" name="Freeform 133">
            <a:extLst xmlns:a="http://schemas.openxmlformats.org/drawingml/2006/main">
              <a:ext uri="{FF2B5EF4-FFF2-40B4-BE49-F238E27FC236}">
                <a16:creationId xmlns:a16="http://schemas.microsoft.com/office/drawing/2014/main" id="{8BBBE1DF-E5B6-4DD1-B3D0-596F1F576AEF}"/>
              </a:ext>
            </a:extLst>
          </p:cNvPr>
          <p:cNvSpPr>
            <a:spLocks xmlns:a="http://schemas.openxmlformats.org/drawingml/2006/main" noGrp="1"/>
          </p:cNvSpPr>
          <p:nvPr/>
        </p:nvSpPr>
        <p:spPr>
          <a:xfrm xmlns:a="http://schemas.openxmlformats.org/drawingml/2006/main" rot="0" flipH="0" flipV="0">
            <a:off x="8625946" y="24103288"/>
            <a:ext cx="2857067" cy="1671114"/>
          </a:xfrm>
          <a:custGeom xmlns:a="http://schemas.openxmlformats.org/drawingml/2006/main">
            <a:rect l="l" t="t" r="r" b="b"/>
            <a:pathLst>
              <a:path w="3809423" h="2228153">
                <a:moveTo>
                  <a:pt x="0" y="0"/>
                </a:moveTo>
                <a:lnTo>
                  <a:pt x="3809423" y="0"/>
                </a:lnTo>
                <a:lnTo>
                  <a:pt x="3809423" y="2228153"/>
                </a:lnTo>
                <a:lnTo>
                  <a:pt x="0" y="2228153"/>
                </a:lnTo>
                <a:close/>
              </a:path>
            </a:pathLst>
          </a:custGeom>
          <a:noFill xmlns:a="http://schemas.openxmlformats.org/drawingml/2006/main"/>
          <a:ln xmlns:a="http://schemas.openxmlformats.org/drawingml/2006/main" w="0">
            <a:noFill/>
            <a:prstDash val="solid"/>
          </a:ln>
        </p:spPr>
      </p:sp>
      <p:sp>
        <p:nvSpPr>
          <p:cNvPr id="134" name="TextBox 134">
            <a:extLst xmlns:a="http://schemas.openxmlformats.org/drawingml/2006/main">
              <a:ext uri="{FF2B5EF4-FFF2-40B4-BE49-F238E27FC236}">
                <a16:creationId xmlns:a16="http://schemas.microsoft.com/office/drawing/2014/main" id="{24FAE412-A2D7-4B49-9EFA-4995B98DAB8C}"/>
              </a:ext>
            </a:extLst>
          </p:cNvPr>
          <p:cNvSpPr>
            <a:spLocks xmlns:a="http://schemas.openxmlformats.org/drawingml/2006/main" noGrp="1"/>
          </p:cNvSpPr>
          <p:nvPr/>
        </p:nvSpPr>
        <p:spPr>
          <a:xfrm xmlns:a="http://schemas.openxmlformats.org/drawingml/2006/main" rot="0" flipH="0" flipV="0">
            <a:off x="8625935" y="23926800"/>
            <a:ext cx="2857024" cy="19050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r>
              <a:rPr sz="6150" b="1">
                <a:solidFill>
                  <a:srgbClr val="FFFFFF"/>
                </a:solidFill>
                <a:latin typeface="Inter"/>
                <a:ea typeface="Inter"/>
                <a:cs typeface="Inter"/>
              </a:rPr>
              <a:t>100</a:t>
            </a:r>
          </a:p>
          <a:p xmlns:a="http://schemas.openxmlformats.org/drawingml/2006/main">
            <a:pPr algn="ctr"/>
            <a:r>
              <a:rPr sz="2550" b="1">
                <a:solidFill>
                  <a:srgbClr val="FFFFFF"/>
                </a:solidFill>
                <a:latin typeface="Inter"/>
                <a:ea typeface="Inter"/>
                <a:cs typeface="Inter"/>
              </a:rPr>
              <a:t>SEATS</a:t>
            </a:r>
          </a:p>
        </p:txBody>
      </p:sp>
      <p:sp>
        <p:nvSpPr>
          <p:cNvPr id="135" name="TextBox 135">
            <a:extLst xmlns:a="http://schemas.openxmlformats.org/drawingml/2006/main">
              <a:ext uri="{FF2B5EF4-FFF2-40B4-BE49-F238E27FC236}">
                <a16:creationId xmlns:a16="http://schemas.microsoft.com/office/drawing/2014/main" id="{FD00E08E-E429-42C4-931D-1A320CDD4BAB}"/>
              </a:ext>
            </a:extLst>
          </p:cNvPr>
          <p:cNvSpPr>
            <a:spLocks xmlns:a="http://schemas.openxmlformats.org/drawingml/2006/main" noGrp="1"/>
          </p:cNvSpPr>
          <p:nvPr/>
        </p:nvSpPr>
        <p:spPr>
          <a:xfrm xmlns:a="http://schemas.openxmlformats.org/drawingml/2006/main" rot="0" flipH="0" flipV="0">
            <a:off x="12183810" y="22532844"/>
            <a:ext cx="8301665" cy="4464843"/>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marL="27" indent="-17" algn="l">
              <a:spcAft>
                <a:spcPts val="15"/>
              </a:spcAft>
              <a:buChar char="•"/>
              <a:defRPr sz="2400" b="0">
                <a:solidFill>
                  <a:srgbClr val="171717"/>
                </a:solidFill>
                <a:latin typeface="EB Garamond"/>
                <a:ea typeface="EB Garamond"/>
                <a:cs typeface="EB Garamond"/>
              </a:defRPr>
            </a:pPr>
            <a:r>
              <a:rPr sz="2400" b="0">
                <a:solidFill>
                  <a:srgbClr val="171717"/>
                </a:solidFill>
                <a:latin typeface="EB Garamond"/>
                <a:ea typeface="EB Garamond"/>
                <a:cs typeface="EB Garamond"/>
              </a:rPr>
              <a:t>Admission:</a:t>
            </a:r>
            <a:r>
              <a:rPr sz="2400" b="0">
                <a:solidFill>
                  <a:srgbClr val="171717"/>
                </a:solidFill>
                <a:latin typeface="EB Garamond"/>
                <a:ea typeface="EB Garamond"/>
                <a:cs typeface="EB Garamond"/>
              </a:rPr>
              <a:t> free, registration required</a:t>
            </a:r>
          </a:p>
          <a:p xmlns:a="http://schemas.openxmlformats.org/drawingml/2006/main">
            <a:pPr marL="27" indent="-17" algn="l">
              <a:spcAft>
                <a:spcPts val="15"/>
              </a:spcAft>
              <a:buChar char="•"/>
              <a:defRPr sz="2400" b="0">
                <a:solidFill>
                  <a:srgbClr val="171717"/>
                </a:solidFill>
                <a:latin typeface="EB Garamond"/>
                <a:ea typeface="EB Garamond"/>
                <a:cs typeface="EB Garamond"/>
              </a:defRPr>
            </a:pPr>
            <a:r>
              <a:rPr sz="2400" b="0">
                <a:solidFill>
                  <a:srgbClr val="171717"/>
                </a:solidFill>
                <a:latin typeface="EB Garamond"/>
                <a:ea typeface="EB Garamond"/>
                <a:cs typeface="EB Garamond"/>
              </a:rPr>
              <a:t>Capacity:</a:t>
            </a:r>
            <a:r>
              <a:rPr sz="2400" b="0">
                <a:solidFill>
                  <a:srgbClr val="171717"/>
                </a:solidFill>
                <a:latin typeface="EB Garamond"/>
                <a:ea typeface="EB Garamond"/>
                <a:cs typeface="EB Garamond"/>
              </a:rPr>
              <a:t> up to 100 in-person guests</a:t>
            </a:r>
          </a:p>
          <a:p xmlns:a="http://schemas.openxmlformats.org/drawingml/2006/main">
            <a:pPr marL="27" indent="-17" algn="l">
              <a:spcAft>
                <a:spcPts val="15"/>
              </a:spcAft>
              <a:buChar char="•"/>
              <a:defRPr sz="2400" b="0">
                <a:solidFill>
                  <a:srgbClr val="171717"/>
                </a:solidFill>
                <a:latin typeface="EB Garamond"/>
                <a:ea typeface="EB Garamond"/>
                <a:cs typeface="EB Garamond"/>
              </a:defRPr>
            </a:pPr>
            <a:r>
              <a:rPr sz="2400" b="0">
                <a:solidFill>
                  <a:srgbClr val="171717"/>
                </a:solidFill>
                <a:latin typeface="EB Garamond"/>
                <a:ea typeface="EB Garamond"/>
                <a:cs typeface="EB Garamond"/>
              </a:rPr>
              <a:t>Check-in:</a:t>
            </a:r>
            <a:r>
              <a:rPr sz="2400" b="0">
                <a:solidFill>
                  <a:srgbClr val="171717"/>
                </a:solidFill>
                <a:latin typeface="EB Garamond"/>
                <a:ea typeface="EB Garamond"/>
                <a:cs typeface="EB Garamond"/>
              </a:rPr>
              <a:t> 10:45 a.m.</a:t>
            </a:r>
          </a:p>
          <a:p xmlns:a="http://schemas.openxmlformats.org/drawingml/2006/main">
            <a:pPr marL="27" indent="-17" algn="l">
              <a:spcAft>
                <a:spcPts val="15"/>
              </a:spcAft>
              <a:buChar char="•"/>
              <a:defRPr sz="2400" b="0">
                <a:solidFill>
                  <a:srgbClr val="171717"/>
                </a:solidFill>
                <a:latin typeface="EB Garamond"/>
                <a:ea typeface="EB Garamond"/>
                <a:cs typeface="EB Garamond"/>
              </a:defRPr>
            </a:pPr>
            <a:r>
              <a:rPr sz="2400" b="0">
                <a:solidFill>
                  <a:srgbClr val="171717"/>
                </a:solidFill>
                <a:latin typeface="EB Garamond"/>
                <a:ea typeface="EB Garamond"/>
                <a:cs typeface="EB Garamond"/>
              </a:rPr>
              <a:t>Venue:</a:t>
            </a:r>
            <a:r>
              <a:rPr sz="2400" b="0">
                <a:solidFill>
                  <a:srgbClr val="171717"/>
                </a:solidFill>
                <a:latin typeface="EB Garamond"/>
                <a:ea typeface="EB Garamond"/>
                <a:cs typeface="EB Garamond"/>
              </a:rPr>
              <a:t> location to be announced</a:t>
            </a:r>
          </a:p>
          <a:p xmlns:a="http://schemas.openxmlformats.org/drawingml/2006/main">
            <a:pPr marL="27" indent="-17" algn="l">
              <a:spcAft>
                <a:spcPts val="15"/>
              </a:spcAft>
              <a:buChar char="•"/>
              <a:defRPr sz="2400" b="0">
                <a:solidFill>
                  <a:srgbClr val="171717"/>
                </a:solidFill>
                <a:latin typeface="EB Garamond"/>
                <a:ea typeface="EB Garamond"/>
                <a:cs typeface="EB Garamond"/>
              </a:defRPr>
            </a:pPr>
            <a:r>
              <a:rPr sz="2400" b="0">
                <a:solidFill>
                  <a:srgbClr val="171717"/>
                </a:solidFill>
                <a:latin typeface="EB Garamond"/>
                <a:ea typeface="EB Garamond"/>
                <a:cs typeface="EB Garamond"/>
              </a:rPr>
              <a:t>Food and drinks:</a:t>
            </a:r>
            <a:r>
              <a:rPr sz="2400" b="0">
                <a:solidFill>
                  <a:srgbClr val="171717"/>
                </a:solidFill>
                <a:latin typeface="EB Garamond"/>
                <a:ea typeface="EB Garamond"/>
                <a:cs typeface="EB Garamond"/>
              </a:rPr>
              <a:t> available for purchase</a:t>
            </a:r>
          </a:p>
          <a:p xmlns:a="http://schemas.openxmlformats.org/drawingml/2006/main">
            <a:pPr marL="27" indent="-17" algn="l">
              <a:spcAft>
                <a:spcPts val="15"/>
              </a:spcAft>
              <a:buChar char="•"/>
              <a:defRPr sz="2400" b="0">
                <a:solidFill>
                  <a:srgbClr val="171717"/>
                </a:solidFill>
                <a:latin typeface="EB Garamond"/>
                <a:ea typeface="EB Garamond"/>
                <a:cs typeface="EB Garamond"/>
              </a:defRPr>
            </a:pPr>
            <a:r>
              <a:rPr sz="2400" b="0">
                <a:solidFill>
                  <a:srgbClr val="171717"/>
                </a:solidFill>
                <a:latin typeface="EB Garamond"/>
                <a:ea typeface="EB Garamond"/>
                <a:cs typeface="EB Garamond"/>
              </a:rPr>
              <a:t>Access:</a:t>
            </a:r>
            <a:r>
              <a:rPr sz="2400" b="0">
                <a:solidFill>
                  <a:srgbClr val="171717"/>
                </a:solidFill>
                <a:latin typeface="EB Garamond"/>
                <a:ea typeface="EB Garamond"/>
                <a:cs typeface="EB Garamond"/>
              </a:rPr>
              <a:t> live captions and free livestream</a:t>
            </a:r>
          </a:p>
        </p:txBody>
      </p:sp>
      <p:sp>
        <p:nvSpPr>
          <p:cNvPr id="136" name="TextBox 136">
            <a:extLst xmlns:a="http://schemas.openxmlformats.org/drawingml/2006/main">
              <a:ext uri="{FF2B5EF4-FFF2-40B4-BE49-F238E27FC236}">
                <a16:creationId xmlns:a16="http://schemas.microsoft.com/office/drawing/2014/main" id="{E68DB3B7-1C85-447E-8D7B-D4AD933F7AD6}"/>
              </a:ext>
            </a:extLst>
          </p:cNvPr>
          <p:cNvSpPr>
            <a:spLocks xmlns:a="http://schemas.openxmlformats.org/drawingml/2006/main" noGrp="1"/>
          </p:cNvSpPr>
          <p:nvPr/>
        </p:nvSpPr>
        <p:spPr>
          <a:xfrm xmlns:a="http://schemas.openxmlformats.org/drawingml/2006/main" rot="0" flipH="0" flipV="0">
            <a:off x="12183810" y="25760114"/>
            <a:ext cx="8301665" cy="359786"/>
          </a:xfrm>
          <a:prstGeom xmlns:a="http://schemas.openxmlformats.org/drawingml/2006/main" prst="rect">
            <a:avLst/>
          </a:prstGeom>
        </p:spPr>
        <p:txBody>
          <a:bodyPr xmlns:a="http://schemas.openxmlformats.org/drawingml/2006/main" lIns="0" tIns="0" rIns="0" bIns="0" anchor="ctr">
            <a:normAutofit/>
          </a:bodyPr>
          <a:lstStyle xmlns:a="http://schemas.openxmlformats.org/drawingml/2006/main"/>
          <a:p xmlns:a="http://schemas.openxmlformats.org/drawingml/2006/main">
            <a:pPr algn="l">
              <a:lnSpc>
                <a:spcPts val="2781"/>
              </a:lnSpc>
              <a:buNone/>
            </a:pPr>
            <a:r>
              <a:t/>
            </a:r>
          </a:p>
        </p:txBody>
      </p:sp>
      <p:sp>
        <p:nvSpPr>
          <p:cNvPr id="139" name="Freeform 139">
            <a:extLst xmlns:a="http://schemas.openxmlformats.org/drawingml/2006/main">
              <a:ext uri="{FF2B5EF4-FFF2-40B4-BE49-F238E27FC236}">
                <a16:creationId xmlns:a16="http://schemas.microsoft.com/office/drawing/2014/main" id="{71A20371-3C28-4182-868E-CFC069F8A001}"/>
              </a:ext>
            </a:extLst>
          </p:cNvPr>
          <p:cNvSpPr>
            <a:spLocks xmlns:a="http://schemas.openxmlformats.org/drawingml/2006/main" noGrp="1"/>
          </p:cNvSpPr>
          <p:nvPr/>
        </p:nvSpPr>
        <p:spPr>
          <a:xfrm xmlns:a="http://schemas.openxmlformats.org/drawingml/2006/main" rot="0" flipH="0" flipV="0">
            <a:off x="14954250" y="333375"/>
            <a:ext cx="6096000" cy="1219200"/>
          </a:xfrm>
          <a:custGeom xmlns:a="http://schemas.openxmlformats.org/drawingml/2006/main">
            <a:rect l="l" t="t" r="r" b="b"/>
            <a:pathLst>
              <a:path w="853349" h="164590">
                <a:moveTo>
                  <a:pt x="31036" y="0"/>
                </a:moveTo>
                <a:lnTo>
                  <a:pt x="822313" y="0"/>
                </a:lnTo>
                <a:cubicBezTo>
                  <a:pt x="830544" y="0"/>
                  <a:pt x="838438" y="3270"/>
                  <a:pt x="844259" y="9090"/>
                </a:cubicBezTo>
                <a:cubicBezTo>
                  <a:pt x="850079" y="14910"/>
                  <a:pt x="853349" y="22804"/>
                  <a:pt x="853349" y="31036"/>
                </a:cubicBezTo>
                <a:lnTo>
                  <a:pt x="853349" y="133555"/>
                </a:lnTo>
                <a:cubicBezTo>
                  <a:pt x="853349" y="141786"/>
                  <a:pt x="850079" y="149680"/>
                  <a:pt x="844259" y="155500"/>
                </a:cubicBezTo>
                <a:cubicBezTo>
                  <a:pt x="838438" y="161321"/>
                  <a:pt x="830544" y="164590"/>
                  <a:pt x="822313" y="164590"/>
                </a:cubicBezTo>
                <a:lnTo>
                  <a:pt x="31036" y="164590"/>
                </a:lnTo>
                <a:cubicBezTo>
                  <a:pt x="22804" y="164590"/>
                  <a:pt x="14910" y="161321"/>
                  <a:pt x="9090" y="155500"/>
                </a:cubicBezTo>
                <a:cubicBezTo>
                  <a:pt x="3270" y="149680"/>
                  <a:pt x="0" y="141786"/>
                  <a:pt x="0" y="133555"/>
                </a:cubicBezTo>
                <a:lnTo>
                  <a:pt x="0" y="31036"/>
                </a:lnTo>
                <a:cubicBezTo>
                  <a:pt x="0" y="22804"/>
                  <a:pt x="3270" y="14910"/>
                  <a:pt x="9090" y="9090"/>
                </a:cubicBezTo>
                <a:cubicBezTo>
                  <a:pt x="14910" y="3270"/>
                  <a:pt x="22804" y="0"/>
                  <a:pt x="31036" y="0"/>
                </a:cubicBezTo>
                <a:close/>
              </a:path>
            </a:pathLst>
          </a:custGeom>
          <a:gradFill xmlns:a="http://schemas.openxmlformats.org/drawingml/2006/main">
            <a:gsLst>
              <a:gs pos="0">
                <a:srgbClr val="FFFFFF">
                  <a:alpha val="96000"/>
                </a:srgbClr>
              </a:gs>
              <a:gs pos="100000">
                <a:srgbClr val="FFF0EE">
                  <a:alpha val="88000"/>
                </a:srgbClr>
              </a:gs>
            </a:gsLst>
            <a:lin ang="8100000"/>
          </a:gradFill>
          <a:ln xmlns:a="http://schemas.openxmlformats.org/drawingml/2006/main" w="9525">
            <a:solidFill>
              <a:srgbClr val="FFFFFF">
                <a:alpha val="72000"/>
              </a:srgbClr>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0" name="TextBox 140">
            <a:extLst xmlns:a="http://schemas.openxmlformats.org/drawingml/2006/main">
              <a:ext uri="{FF2B5EF4-FFF2-40B4-BE49-F238E27FC236}">
                <a16:creationId xmlns:a16="http://schemas.microsoft.com/office/drawing/2014/main" id="{BD0301F7-5D62-416B-886D-7344D3EEA92E}"/>
              </a:ext>
            </a:extLst>
          </p:cNvPr>
          <p:cNvSpPr>
            <a:spLocks xmlns:a="http://schemas.openxmlformats.org/drawingml/2006/main" noGrp="1"/>
          </p:cNvSpPr>
          <p:nvPr/>
        </p:nvSpPr>
        <p:spPr>
          <a:xfrm xmlns:a="http://schemas.openxmlformats.org/drawingml/2006/main" rot="0" flipH="0" flipV="0">
            <a:off x="15068550" y="295275"/>
            <a:ext cx="5867400" cy="1257300"/>
          </a:xfrm>
          <a:prstGeom xmlns:a="http://schemas.openxmlformats.org/drawingml/2006/main" prst="rect">
            <a:avLst/>
          </a:prstGeom>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spcAft>
                <a:spcPts val="4"/>
              </a:spcAft>
            </a:pPr>
            <a:r>
              <a:rPr sz="3600" b="1">
                <a:solidFill>
                  <a:srgbClr val="EB0028"/>
                </a:solidFill>
                <a:latin typeface="Inter"/>
                <a:ea typeface="Inter"/>
                <a:cs typeface="Inter"/>
              </a:rPr>
              <a:t>TEDx</a:t>
            </a:r>
            <a:r>
              <a:rPr sz="3225">
                <a:solidFill>
                  <a:srgbClr val="171717"/>
                </a:solidFill>
                <a:latin typeface="Inter"/>
                <a:ea typeface="Inter"/>
                <a:cs typeface="Inter"/>
              </a:rPr>
              <a:t>AuburnHills</a:t>
            </a:r>
          </a:p>
          <a:p xmlns:a="http://schemas.openxmlformats.org/drawingml/2006/main">
            <a:pPr algn="ctr"/>
            <a:r>
              <a:rPr sz="1125">
                <a:solidFill>
                  <a:srgbClr val="646060"/>
                </a:solidFill>
                <a:latin typeface="Inter"/>
                <a:ea typeface="Inter"/>
                <a:cs typeface="Inter"/>
              </a:rPr>
              <a:t>x = independently organized TED event</a:t>
            </a:r>
          </a:p>
        </p:txBody>
      </p:sp>
      <p:sp>
        <p:nvSpPr>
          <p:cNvPr id="141" name="Freeform 141">
            <a:extLst xmlns:a="http://schemas.openxmlformats.org/drawingml/2006/main">
              <a:ext uri="{FF2B5EF4-FFF2-40B4-BE49-F238E27FC236}">
                <a16:creationId xmlns:a16="http://schemas.microsoft.com/office/drawing/2014/main" id="{415E270F-9220-444D-8523-523267944699}"/>
              </a:ext>
            </a:extLst>
          </p:cNvPr>
          <p:cNvSpPr>
            <a:spLocks xmlns:a="http://schemas.openxmlformats.org/drawingml/2006/main" noGrp="1"/>
          </p:cNvSpPr>
          <p:nvPr/>
        </p:nvSpPr>
        <p:spPr>
          <a:xfrm xmlns:a="http://schemas.openxmlformats.org/drawingml/2006/main" rot="0" flipH="0" flipV="0">
            <a:off x="15110566" y="468468"/>
            <a:ext cx="6128517" cy="1057149"/>
          </a:xfrm>
          <a:custGeom xmlns:a="http://schemas.openxmlformats.org/drawingml/2006/main">
            <a:rect l="l" t="t" r="r" b="b"/>
            <a:pathLst>
              <a:path w="8171357" h="1409533">
                <a:moveTo>
                  <a:pt x="0" y="0"/>
                </a:moveTo>
                <a:lnTo>
                  <a:pt x="8171357" y="0"/>
                </a:lnTo>
                <a:lnTo>
                  <a:pt x="8171357" y="1409533"/>
                </a:lnTo>
                <a:lnTo>
                  <a:pt x="0" y="1409533"/>
                </a:lnTo>
                <a:lnTo>
                  <a:pt x="0" y="0"/>
                </a:lnTo>
                <a:close/>
              </a:path>
            </a:pathLst>
          </a:cu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t/>
            </a:r>
          </a:p>
        </p:txBody>
      </p:sp>
      <p:sp>
        <p:nvSpPr>
          <p:cNvPr id="142" name="Freeform 142">
            <a:extLst xmlns:a="http://schemas.openxmlformats.org/drawingml/2006/main">
              <a:ext uri="{FF2B5EF4-FFF2-40B4-BE49-F238E27FC236}">
                <a16:creationId xmlns:a16="http://schemas.microsoft.com/office/drawing/2014/main" id="{84DA0902-CE5E-462B-9625-9F62240E6C01}"/>
              </a:ext>
            </a:extLst>
          </p:cNvPr>
          <p:cNvSpPr>
            <a:spLocks xmlns:a="http://schemas.openxmlformats.org/drawingml/2006/main" noGrp="1"/>
          </p:cNvSpPr>
          <p:nvPr/>
        </p:nvSpPr>
        <p:spPr>
          <a:xfrm xmlns:a="http://schemas.openxmlformats.org/drawingml/2006/main" rot="0" flipH="0" flipV="0">
            <a:off x="1188678" y="24164140"/>
            <a:ext cx="3037810" cy="3037810"/>
          </a:xfrm>
          <a:custGeom xmlns:a="http://schemas.openxmlformats.org/drawingml/2006/main">
            <a:rect l="l" t="t" r="r" b="b"/>
            <a:pathLst>
              <a:path w="3037810" h="3037810">
                <a:moveTo>
                  <a:pt x="0" y="0"/>
                </a:moveTo>
                <a:lnTo>
                  <a:pt x="3037810" y="0"/>
                </a:lnTo>
                <a:lnTo>
                  <a:pt x="3037810" y="3037810"/>
                </a:lnTo>
                <a:lnTo>
                  <a:pt x="0" y="3037810"/>
                </a:lnTo>
                <a:lnTo>
                  <a:pt x="0" y="0"/>
                </a:lnTo>
                <a:close/>
              </a:path>
            </a:pathLst>
          </a:custGeom>
          <a:blipFill xmlns:a="http://schemas.openxmlformats.org/drawingml/2006/main">
            <a:blip xmlns:r="http://schemas.openxmlformats.org/officeDocument/2006/relationships" r:embed="R18e80de70b964502"/>
            <a:stretch>
              <a:fillRect l="0" t="0" r="0" b="0"/>
            </a:stretch>
          </a:blip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t/>
            </a:r>
          </a:p>
        </p:txBody>
      </p:sp>
      <p:sp>
        <p:nvSpPr>
          <p:cNvPr id="143" name="Freeform 143">
            <a:extLst xmlns:a="http://schemas.openxmlformats.org/drawingml/2006/main">
              <a:ext uri="{FF2B5EF4-FFF2-40B4-BE49-F238E27FC236}">
                <a16:creationId xmlns:a16="http://schemas.microsoft.com/office/drawing/2014/main" id="{EFA77227-1532-46E4-849A-5D830713CA99}"/>
              </a:ext>
            </a:extLst>
          </p:cNvPr>
          <p:cNvSpPr>
            <a:spLocks xmlns:a="http://schemas.openxmlformats.org/drawingml/2006/main" noGrp="1"/>
          </p:cNvSpPr>
          <p:nvPr/>
        </p:nvSpPr>
        <p:spPr>
          <a:xfrm xmlns:a="http://schemas.openxmlformats.org/drawingml/2006/main" rot="0" flipH="0" flipV="0">
            <a:off x="4561065" y="24164140"/>
            <a:ext cx="3037810" cy="3037810"/>
          </a:xfrm>
          <a:custGeom xmlns:a="http://schemas.openxmlformats.org/drawingml/2006/main">
            <a:rect l="l" t="t" r="r" b="b"/>
            <a:pathLst>
              <a:path w="3037810" h="3037810">
                <a:moveTo>
                  <a:pt x="0" y="0"/>
                </a:moveTo>
                <a:lnTo>
                  <a:pt x="3037810" y="0"/>
                </a:lnTo>
                <a:lnTo>
                  <a:pt x="3037810" y="3037810"/>
                </a:lnTo>
                <a:lnTo>
                  <a:pt x="0" y="3037810"/>
                </a:lnTo>
                <a:lnTo>
                  <a:pt x="0" y="0"/>
                </a:lnTo>
                <a:close/>
              </a:path>
            </a:pathLst>
          </a:custGeom>
          <a:blipFill xmlns:a="http://schemas.openxmlformats.org/drawingml/2006/main">
            <a:blip xmlns:r="http://schemas.openxmlformats.org/officeDocument/2006/relationships" r:embed="Rc07b9ce79c8c4fc9"/>
            <a:stretch>
              <a:fillRect l="0" t="0" r="0" b="0"/>
            </a:stretch>
          </a:blip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t/>
            </a:r>
          </a:p>
        </p:txBody>
      </p:sp>
      <p:sp>
        <p:nvSpPr>
          <p:cNvPr id="144" name="Freeform 144">
            <a:extLst xmlns:a="http://schemas.openxmlformats.org/drawingml/2006/main">
              <a:ext uri="{FF2B5EF4-FFF2-40B4-BE49-F238E27FC236}">
                <a16:creationId xmlns:a16="http://schemas.microsoft.com/office/drawing/2014/main" id="{F95C3997-833A-4B46-B069-39B9F7ECBB58}"/>
              </a:ext>
            </a:extLst>
          </p:cNvPr>
          <p:cNvSpPr>
            <a:spLocks xmlns:a="http://schemas.openxmlformats.org/drawingml/2006/main" noGrp="1"/>
          </p:cNvSpPr>
          <p:nvPr/>
        </p:nvSpPr>
        <p:spPr>
          <a:xfrm xmlns:a="http://schemas.openxmlformats.org/drawingml/2006/main" rot="0" flipH="0" flipV="0">
            <a:off x="1188678" y="24164140"/>
            <a:ext cx="3037810" cy="3037810"/>
          </a:xfrm>
          <a:custGeom xmlns:a="http://schemas.openxmlformats.org/drawingml/2006/main">
            <a:rect l="l" t="t" r="r" b="b"/>
            <a:pathLst>
              <a:path w="3037810" h="3037810">
                <a:moveTo>
                  <a:pt x="0" y="0"/>
                </a:moveTo>
                <a:lnTo>
                  <a:pt x="3037810" y="0"/>
                </a:lnTo>
                <a:lnTo>
                  <a:pt x="3037810" y="3037810"/>
                </a:lnTo>
                <a:lnTo>
                  <a:pt x="0" y="3037810"/>
                </a:lnTo>
                <a:lnTo>
                  <a:pt x="0" y="0"/>
                </a:lnTo>
                <a:close/>
              </a:path>
            </a:pathLst>
          </a:cu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t/>
            </a:r>
          </a:p>
        </p:txBody>
      </p:sp>
      <p:sp>
        <p:nvSpPr>
          <p:cNvPr id="145" name="TextBox 145">
            <a:extLst xmlns:a="http://schemas.openxmlformats.org/drawingml/2006/main">
              <a:ext uri="{FF2B5EF4-FFF2-40B4-BE49-F238E27FC236}">
                <a16:creationId xmlns:a16="http://schemas.microsoft.com/office/drawing/2014/main" id="{4C5F1500-797D-455B-A212-FF90D657E745}"/>
              </a:ext>
            </a:extLst>
          </p:cNvPr>
          <p:cNvSpPr>
            <a:spLocks xmlns:a="http://schemas.openxmlformats.org/drawingml/2006/main" noGrp="1"/>
          </p:cNvSpPr>
          <p:nvPr/>
        </p:nvSpPr>
        <p:spPr>
          <a:xfrm xmlns:a="http://schemas.openxmlformats.org/drawingml/2006/main" rot="0">
            <a:off x="4362450" y="7734300"/>
            <a:ext cx="3569589" cy="16928592"/>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marL="27" indent="-17" algn="l">
              <a:spcAft>
                <a:spcPts val="15"/>
              </a:spcAft>
              <a:buChar char="•"/>
              <a:defRPr sz="2100" b="0">
                <a:solidFill>
                  <a:srgbClr val="171717"/>
                </a:solidFill>
                <a:latin typeface="EB Garamond"/>
                <a:ea typeface="EB Garamond"/>
                <a:cs typeface="EB Garamond"/>
              </a:defRPr>
            </a:pPr>
            <a:r>
              <a:rPr sz="2100" b="0">
                <a:solidFill>
                  <a:srgbClr val="171717"/>
                </a:solidFill>
                <a:latin typeface="EB Garamond"/>
                <a:ea typeface="EB Garamond"/>
                <a:cs typeface="EB Garamond"/>
              </a:rPr>
              <a:t>Live captions</a:t>
            </a:r>
          </a:p>
          <a:p xmlns:a="http://schemas.openxmlformats.org/drawingml/2006/main">
            <a:pPr marL="27" indent="-17" algn="l">
              <a:spcAft>
                <a:spcPts val="15"/>
              </a:spcAft>
              <a:buChar char="•"/>
              <a:defRPr sz="2100" b="0">
                <a:solidFill>
                  <a:srgbClr val="171717"/>
                </a:solidFill>
                <a:latin typeface="EB Garamond"/>
                <a:ea typeface="EB Garamond"/>
                <a:cs typeface="EB Garamond"/>
              </a:defRPr>
            </a:pPr>
            <a:r>
              <a:rPr sz="2100" b="0">
                <a:solidFill>
                  <a:srgbClr val="171717"/>
                </a:solidFill>
                <a:latin typeface="EB Garamond"/>
                <a:ea typeface="EB Garamond"/>
                <a:cs typeface="EB Garamond"/>
              </a:rPr>
              <a:t>Free livestream</a:t>
            </a:r>
          </a:p>
          <a:p xmlns:a="http://schemas.openxmlformats.org/drawingml/2006/main">
            <a:pPr marL="27" indent="-17" algn="l">
              <a:spcAft>
                <a:spcPts val="15"/>
              </a:spcAft>
              <a:buChar char="•"/>
              <a:defRPr sz="2100" b="0">
                <a:solidFill>
                  <a:srgbClr val="171717"/>
                </a:solidFill>
                <a:latin typeface="EB Garamond"/>
                <a:ea typeface="EB Garamond"/>
                <a:cs typeface="EB Garamond"/>
              </a:defRPr>
            </a:pPr>
            <a:r>
              <a:rPr sz="2100" b="0">
                <a:solidFill>
                  <a:srgbClr val="171717"/>
                </a:solidFill>
                <a:latin typeface="EB Garamond"/>
                <a:ea typeface="EB Garamond"/>
                <a:cs typeface="EB Garamond"/>
              </a:rPr>
              <a:t>Community networking</a:t>
            </a:r>
          </a:p>
          <a:p xmlns:a="http://schemas.openxmlformats.org/drawingml/2006/main">
            <a:pPr marL="27" indent="-17" algn="l">
              <a:spcAft>
                <a:spcPts val="15"/>
              </a:spcAft>
              <a:buChar char="•"/>
              <a:defRPr sz="2100" b="0">
                <a:solidFill>
                  <a:srgbClr val="171717"/>
                </a:solidFill>
                <a:latin typeface="EB Garamond"/>
                <a:ea typeface="EB Garamond"/>
                <a:cs typeface="EB Garamond"/>
              </a:defRPr>
            </a:pPr>
            <a:r>
              <a:rPr sz="2100" b="0">
                <a:solidFill>
                  <a:srgbClr val="171717"/>
                </a:solidFill>
                <a:latin typeface="EB Garamond"/>
                <a:ea typeface="EB Garamond"/>
                <a:cs typeface="EB Garamond"/>
              </a:rPr>
              <a:t>Two speakers still to come</a:t>
            </a:r>
          </a:p>
        </p:txBody>
      </p:sp>
      <p:sp>
        <p:nvSpPr>
          <p:cNvPr id="146" name="TextBox 146">
            <a:extLst xmlns:a="http://schemas.openxmlformats.org/drawingml/2006/main">
              <a:ext uri="{FF2B5EF4-FFF2-40B4-BE49-F238E27FC236}">
                <a16:creationId xmlns:a16="http://schemas.microsoft.com/office/drawing/2014/main" id="{7760AC56-817A-4C7E-8B9C-BCA8B1460BED}"/>
              </a:ext>
            </a:extLst>
          </p:cNvPr>
          <p:cNvSpPr>
            <a:spLocks xmlns:a="http://schemas.openxmlformats.org/drawingml/2006/main" noGrp="1"/>
          </p:cNvSpPr>
          <p:nvPr/>
        </p:nvSpPr>
        <p:spPr>
          <a:xfrm xmlns:a="http://schemas.openxmlformats.org/drawingml/2006/main" rot="0">
            <a:off x="8356418" y="7677483"/>
            <a:ext cx="12614224" cy="2457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ts val="3299"/>
              </a:lnSpc>
              <a:buNone/>
              <a:defRPr sz="2625" b="0">
                <a:solidFill>
                  <a:srgbClr val="171717"/>
                </a:solidFill>
                <a:latin typeface="EB Garamond"/>
                <a:ea typeface="EB Garamond"/>
                <a:cs typeface="EB Garamond"/>
              </a:defRPr>
            </a:pPr>
            <a:r>
              <a:rPr sz="2625" b="0">
                <a:solidFill>
                  <a:srgbClr val="171717"/>
                </a:solidFill>
                <a:latin typeface="EB Garamond"/>
                <a:ea typeface="EB Garamond"/>
                <a:cs typeface="EB Garamond"/>
              </a:rPr>
              <a:t>Retooling begins with a simple recognition: the people doing the work may remain the same even when the methods around them must change. Tools can be physical, technical, social, or cultural. Join voices across disciplines to ask what deserves to be kept, what needs to be rebuilt, and what communities can create next.</a:t>
            </a:r>
          </a:p>
        </p:txBody>
      </p:sp>
      <p:sp>
        <p:nvSpPr>
          <p:cNvPr id="147" name="TextBox 147">
            <a:extLst xmlns:a="http://schemas.openxmlformats.org/drawingml/2006/main">
              <a:ext uri="{FF2B5EF4-FFF2-40B4-BE49-F238E27FC236}">
                <a16:creationId xmlns:a16="http://schemas.microsoft.com/office/drawing/2014/main" id="{39AA9AD4-CD42-4F72-BAC5-D46A6355F23C}"/>
              </a:ext>
            </a:extLst>
          </p:cNvPr>
          <p:cNvSpPr>
            <a:spLocks xmlns:a="http://schemas.openxmlformats.org/drawingml/2006/main" noGrp="1"/>
          </p:cNvSpPr>
          <p:nvPr/>
        </p:nvSpPr>
        <p:spPr>
          <a:xfrm xmlns:a="http://schemas.openxmlformats.org/drawingml/2006/main" rot="0">
            <a:off x="791337" y="7734300"/>
            <a:ext cx="3333750" cy="15379192"/>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marL="27" indent="-17" algn="l">
              <a:spcAft>
                <a:spcPts val="15"/>
              </a:spcAft>
              <a:buChar char="•"/>
              <a:defRPr sz="2100" b="0">
                <a:solidFill>
                  <a:srgbClr val="171717"/>
                </a:solidFill>
                <a:latin typeface="EB Garamond"/>
                <a:ea typeface="EB Garamond"/>
                <a:cs typeface="EB Garamond"/>
              </a:defRPr>
            </a:pPr>
            <a:r>
              <a:rPr sz="2100" b="0">
                <a:solidFill>
                  <a:srgbClr val="171717"/>
                </a:solidFill>
                <a:latin typeface="EB Garamond"/>
                <a:ea typeface="EB Garamond"/>
                <a:cs typeface="EB Garamond"/>
              </a:rPr>
              <a:t>Eight live talks</a:t>
            </a:r>
          </a:p>
          <a:p xmlns:a="http://schemas.openxmlformats.org/drawingml/2006/main">
            <a:pPr marL="27" indent="-17" algn="l">
              <a:spcAft>
                <a:spcPts val="15"/>
              </a:spcAft>
              <a:buChar char="•"/>
              <a:defRPr sz="2100" b="0">
                <a:solidFill>
                  <a:srgbClr val="171717"/>
                </a:solidFill>
                <a:latin typeface="EB Garamond"/>
                <a:ea typeface="EB Garamond"/>
                <a:cs typeface="EB Garamond"/>
              </a:defRPr>
            </a:pPr>
            <a:r>
              <a:rPr sz="2100" b="0">
                <a:solidFill>
                  <a:srgbClr val="171717"/>
                </a:solidFill>
                <a:latin typeface="EB Garamond"/>
                <a:ea typeface="EB Garamond"/>
                <a:cs typeface="EB Garamond"/>
              </a:rPr>
              <a:t>Live performances</a:t>
            </a:r>
          </a:p>
          <a:p xmlns:a="http://schemas.openxmlformats.org/drawingml/2006/main">
            <a:pPr marL="27" indent="-17" algn="l">
              <a:spcAft>
                <a:spcPts val="15"/>
              </a:spcAft>
              <a:buChar char="•"/>
              <a:defRPr sz="2100" b="0">
                <a:solidFill>
                  <a:srgbClr val="171717"/>
                </a:solidFill>
                <a:latin typeface="EB Garamond"/>
                <a:ea typeface="EB Garamond"/>
                <a:cs typeface="EB Garamond"/>
              </a:defRPr>
            </a:pPr>
            <a:r>
              <a:rPr sz="2100" b="0">
                <a:solidFill>
                  <a:srgbClr val="171717"/>
                </a:solidFill>
                <a:latin typeface="EB Garamond"/>
                <a:ea typeface="EB Garamond"/>
                <a:cs typeface="EB Garamond"/>
              </a:rPr>
              <a:t>100 in-person guests</a:t>
            </a:r>
          </a:p>
          <a:p xmlns:a="http://schemas.openxmlformats.org/drawingml/2006/main">
            <a:pPr marL="27" indent="-17" algn="l">
              <a:spcAft>
                <a:spcPts val="15"/>
              </a:spcAft>
              <a:buChar char="•"/>
              <a:defRPr sz="2100" b="0">
                <a:solidFill>
                  <a:srgbClr val="171717"/>
                </a:solidFill>
                <a:latin typeface="EB Garamond"/>
                <a:ea typeface="EB Garamond"/>
                <a:cs typeface="EB Garamond"/>
              </a:defRPr>
            </a:pPr>
            <a:r>
              <a:rPr sz="2100" b="0">
                <a:solidFill>
                  <a:srgbClr val="171717"/>
                </a:solidFill>
                <a:latin typeface="EB Garamond"/>
                <a:ea typeface="EB Garamond"/>
                <a:cs typeface="EB Garamond"/>
              </a:rPr>
              <a:t>Intermission refreshments</a:t>
            </a:r>
          </a:p>
        </p:txBody>
      </p:sp>
      <p:sp>
        <p:nvSpPr>
          <p:cNvPr id="148" name="TextBox 148">
            <a:extLst xmlns:a="http://schemas.openxmlformats.org/drawingml/2006/main">
              <a:ext uri="{FF2B5EF4-FFF2-40B4-BE49-F238E27FC236}">
                <a16:creationId xmlns:a16="http://schemas.microsoft.com/office/drawing/2014/main" id="{CFC89D7D-7365-4FAF-A8C1-9472C0BCBD95}"/>
              </a:ext>
            </a:extLst>
          </p:cNvPr>
          <p:cNvSpPr>
            <a:spLocks xmlns:a="http://schemas.openxmlformats.org/drawingml/2006/main" noGrp="1"/>
          </p:cNvSpPr>
          <p:nvPr/>
        </p:nvSpPr>
        <p:spPr>
          <a:xfrm xmlns:a="http://schemas.openxmlformats.org/drawingml/2006/main" rot="0">
            <a:off x="970321" y="3174141"/>
            <a:ext cx="10943111" cy="1843658"/>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r>
              <a:rPr sz="4425" b="1">
                <a:solidFill>
                  <a:srgbClr val="FFFFFF"/>
                </a:solidFill>
                <a:latin typeface="EB Garamond"/>
                <a:ea typeface="EB Garamond"/>
                <a:cs typeface="EB Garamond"/>
              </a:rPr>
              <a:t>Same hands, different tools.</a:t>
            </a:r>
          </a:p>
          <a:p xmlns:a="http://schemas.openxmlformats.org/drawingml/2006/main">
            <a:pPr algn="l"/>
            <a:r>
              <a:rPr sz="2550" b="1">
                <a:solidFill>
                  <a:srgbClr val="FFFFFF">
                    <a:alpha val="86000"/>
                  </a:srgbClr>
                </a:solidFill>
                <a:latin typeface="Inter"/>
                <a:ea typeface="Inter"/>
                <a:cs typeface="Inter"/>
              </a:rPr>
              <a:t>Ideas shaped here.</a:t>
            </a:r>
          </a:p>
        </p:txBody>
      </p:sp>
      <p:sp>
        <p:nvSpPr>
          <p:cNvPr id="150" name="TextBox 150">
            <a:extLst xmlns:a="http://schemas.openxmlformats.org/drawingml/2006/main">
              <a:ext uri="{FF2B5EF4-FFF2-40B4-BE49-F238E27FC236}">
                <a16:creationId xmlns:a16="http://schemas.microsoft.com/office/drawing/2014/main" id="{BEDC5FDF-D6DB-4426-8FCC-B2676A374522}"/>
              </a:ext>
            </a:extLst>
          </p:cNvPr>
          <p:cNvSpPr>
            <a:spLocks xmlns:a="http://schemas.openxmlformats.org/drawingml/2006/main" noGrp="1"/>
          </p:cNvSpPr>
          <p:nvPr/>
        </p:nvSpPr>
        <p:spPr>
          <a:xfrm xmlns:a="http://schemas.openxmlformats.org/drawingml/2006/main" rot="0" flipH="0" flipV="0">
            <a:off x="16371265" y="29362768"/>
            <a:ext cx="4474274" cy="404878"/>
          </a:xfrm>
          <a:prstGeom xmlns:a="http://schemas.openxmlformats.org/drawingml/2006/main" prst="rect">
            <a:avLst/>
          </a:prstGeom>
        </p:spPr>
        <p:txBody>
          <a:bodyPr xmlns:a="http://schemas.openxmlformats.org/drawingml/2006/main" lIns="0" tIns="0" rIns="0" bIns="0" anchor="ctr">
            <a:normAutofit/>
          </a:bodyPr>
          <a:lstStyle xmlns:a="http://schemas.openxmlformats.org/drawingml/2006/main"/>
          <a:p xmlns:a="http://schemas.openxmlformats.org/drawingml/2006/main">
            <a:pPr algn="r">
              <a:lnSpc>
                <a:spcPts val="3107"/>
              </a:lnSpc>
              <a:buNone/>
            </a:pPr>
            <a:r>
              <a:rPr sz="2589" b="1" u="sng">
                <a:solidFill>
                  <a:srgbClr val="467886"/>
                </a:solidFill>
                <a:latin typeface="Arial Bold"/>
                <a:ea typeface="Arial Bold"/>
                <a:cs typeface="Arial Bold"/>
                <a:hlinkClick xmlns:r="http://schemas.openxmlformats.org/officeDocument/2006/relationships" r:id="Rb0d3979b38344cab"/>
              </a:rPr>
              <a:t/>
            </a:r>
          </a:p>
        </p:txBody>
      </p:sp>
      <p:sp>
        <p:nvSpPr>
          <p:cNvPr id="151" name="TextBox 151">
            <a:extLst xmlns:a="http://schemas.openxmlformats.org/drawingml/2006/main">
              <a:ext uri="{FF2B5EF4-FFF2-40B4-BE49-F238E27FC236}">
                <a16:creationId xmlns:a16="http://schemas.microsoft.com/office/drawing/2014/main" id="{0396C498-0232-45F5-BD00-5B5754441693}"/>
              </a:ext>
            </a:extLst>
          </p:cNvPr>
          <p:cNvSpPr>
            <a:spLocks xmlns:a="http://schemas.openxmlformats.org/drawingml/2006/main" noGrp="1"/>
          </p:cNvSpPr>
          <p:nvPr/>
        </p:nvSpPr>
        <p:spPr>
          <a:xfrm xmlns:a="http://schemas.openxmlformats.org/drawingml/2006/main" rot="0" flipH="0" flipV="0">
            <a:off x="16425166" y="28848835"/>
            <a:ext cx="4420372" cy="423895"/>
          </a:xfrm>
          <a:prstGeom xmlns:a="http://schemas.openxmlformats.org/drawingml/2006/main" prst="rect">
            <a:avLst/>
          </a:prstGeom>
        </p:spPr>
        <p:txBody>
          <a:bodyPr xmlns:a="http://schemas.openxmlformats.org/drawingml/2006/main" lIns="0" tIns="0" rIns="0" bIns="0" anchor="ctr">
            <a:normAutofit/>
          </a:bodyPr>
          <a:lstStyle xmlns:a="http://schemas.openxmlformats.org/drawingml/2006/main"/>
          <a:p xmlns:a="http://schemas.openxmlformats.org/drawingml/2006/main">
            <a:pPr algn="r">
              <a:lnSpc>
                <a:spcPts val="3254"/>
              </a:lnSpc>
              <a:buNone/>
            </a:pPr>
            <a:r>
              <a:rPr sz="2712">
                <a:solidFill>
                  <a:srgbClr val="54647A"/>
                </a:solidFill>
                <a:latin typeface="Arial"/>
                <a:ea typeface="Arial"/>
                <a:cs typeface="Arial"/>
              </a:rPr>
              <a:t/>
            </a:r>
          </a:p>
        </p:txBody>
      </p:sp>
      <p:pic>
        <p:nvPicPr>
          <p:cNvPr id="258" name=""/>
          <p:cNvPicPr>
            <a:picLocks xmlns:a="http://schemas.openxmlformats.org/drawingml/2006/main" noChangeAspect="1"/>
          </p:cNvPicPr>
          <p:nvPr/>
        </p:nvPicPr>
        <p:blipFill>
          <a:blip xmlns:r="http://schemas.openxmlformats.org/officeDocument/2006/relationships" xmlns:a="http://schemas.openxmlformats.org/drawingml/2006/main" r:embed="R355b16d5138b4ed5"/>
          <a:srcRect xmlns:a="http://schemas.openxmlformats.org/drawingml/2006/main" l="14463" t="0" r="14463" b="0"/>
          <a:stretch xmlns:a="http://schemas.openxmlformats.org/drawingml/2006/main">
            <a:fillRect l="0" t="0" r="0" b="0"/>
          </a:stretch>
        </p:blipFill>
        <p:spPr>
          <a:xfrm xmlns:a="http://schemas.openxmlformats.org/drawingml/2006/main">
            <a:off x="8743950" y="11953875"/>
            <a:ext cx="1638300" cy="2305050"/>
          </a:xfrm>
          <a:prstGeom xmlns:a="http://schemas.openxmlformats.org/drawingml/2006/main" prst="roundRect">
            <a:avLst>
              <a:gd name="adj" fmla="val 9302"/>
            </a:avLst>
          </a:prstGeom>
        </p:spPr>
      </p:pic>
      <p:pic>
        <p:nvPicPr>
          <p:cNvPr id="259" name=""/>
          <p:cNvPicPr>
            <a:picLocks xmlns:a="http://schemas.openxmlformats.org/drawingml/2006/main" noChangeAspect="1"/>
          </p:cNvPicPr>
          <p:nvPr/>
        </p:nvPicPr>
        <p:blipFill>
          <a:blip xmlns:r="http://schemas.openxmlformats.org/officeDocument/2006/relationships" xmlns:a="http://schemas.openxmlformats.org/drawingml/2006/main" r:embed="Ra4ce2200796f4a46"/>
          <a:srcRect xmlns:a="http://schemas.openxmlformats.org/drawingml/2006/main" l="14463" t="0" r="14463" b="0"/>
          <a:stretch xmlns:a="http://schemas.openxmlformats.org/drawingml/2006/main">
            <a:fillRect l="0" t="0" r="0" b="0"/>
          </a:stretch>
        </p:blipFill>
        <p:spPr>
          <a:xfrm xmlns:a="http://schemas.openxmlformats.org/drawingml/2006/main">
            <a:off x="14897100" y="11953875"/>
            <a:ext cx="1638300" cy="2305050"/>
          </a:xfrm>
          <a:prstGeom xmlns:a="http://schemas.openxmlformats.org/drawingml/2006/main" prst="roundRect">
            <a:avLst>
              <a:gd name="adj" fmla="val 9302"/>
            </a:avLst>
          </a:prstGeom>
        </p:spPr>
      </p:pic>
      <p:pic>
        <p:nvPicPr>
          <p:cNvPr id="260" name=""/>
          <p:cNvPicPr>
            <a:picLocks xmlns:a="http://schemas.openxmlformats.org/drawingml/2006/main" noChangeAspect="1"/>
          </p:cNvPicPr>
          <p:nvPr/>
        </p:nvPicPr>
        <p:blipFill>
          <a:blip xmlns:r="http://schemas.openxmlformats.org/officeDocument/2006/relationships" xmlns:a="http://schemas.openxmlformats.org/drawingml/2006/main" r:embed="R4ad3c2fa5e824e23"/>
          <a:srcRect xmlns:a="http://schemas.openxmlformats.org/drawingml/2006/main" l="248" t="0" r="248" b="0"/>
          <a:stretch xmlns:a="http://schemas.openxmlformats.org/drawingml/2006/main">
            <a:fillRect l="0" t="0" r="0" b="0"/>
          </a:stretch>
        </p:blipFill>
        <p:spPr>
          <a:xfrm xmlns:a="http://schemas.openxmlformats.org/drawingml/2006/main">
            <a:off x="8743950" y="14763750"/>
            <a:ext cx="1638300" cy="2305050"/>
          </a:xfrm>
          <a:prstGeom xmlns:a="http://schemas.openxmlformats.org/drawingml/2006/main" prst="roundRect">
            <a:avLst>
              <a:gd name="adj" fmla="val 9302"/>
            </a:avLst>
          </a:prstGeom>
        </p:spPr>
      </p:pic>
      <p:pic>
        <p:nvPicPr>
          <p:cNvPr id="261" name=""/>
          <p:cNvPicPr>
            <a:picLocks xmlns:a="http://schemas.openxmlformats.org/drawingml/2006/main" noChangeAspect="1"/>
          </p:cNvPicPr>
          <p:nvPr/>
        </p:nvPicPr>
        <p:blipFill>
          <a:blip xmlns:r="http://schemas.openxmlformats.org/officeDocument/2006/relationships" xmlns:a="http://schemas.openxmlformats.org/drawingml/2006/main" r:embed="Ra420d4ff27b9476f"/>
          <a:srcRect xmlns:a="http://schemas.openxmlformats.org/drawingml/2006/main" l="0" t="4671" r="0" b="4671"/>
          <a:stretch xmlns:a="http://schemas.openxmlformats.org/drawingml/2006/main">
            <a:fillRect l="0" t="0" r="0" b="0"/>
          </a:stretch>
        </p:blipFill>
        <p:spPr>
          <a:xfrm xmlns:a="http://schemas.openxmlformats.org/drawingml/2006/main">
            <a:off x="14897100" y="14763750"/>
            <a:ext cx="1638300" cy="2305050"/>
          </a:xfrm>
          <a:prstGeom xmlns:a="http://schemas.openxmlformats.org/drawingml/2006/main" prst="roundRect">
            <a:avLst>
              <a:gd name="adj" fmla="val 9302"/>
            </a:avLst>
          </a:prstGeom>
        </p:spPr>
      </p:pic>
      <p:pic>
        <p:nvPicPr>
          <p:cNvPr id="262" name=""/>
          <p:cNvPicPr>
            <a:picLocks xmlns:a="http://schemas.openxmlformats.org/drawingml/2006/main" noChangeAspect="1"/>
          </p:cNvPicPr>
          <p:nvPr/>
        </p:nvPicPr>
        <p:blipFill>
          <a:blip xmlns:r="http://schemas.openxmlformats.org/officeDocument/2006/relationships" xmlns:a="http://schemas.openxmlformats.org/drawingml/2006/main" r:embed="R99737dc601a54513"/>
          <a:srcRect xmlns:a="http://schemas.openxmlformats.org/drawingml/2006/main" l="17424" t="0" r="17424" b="0"/>
          <a:stretch xmlns:a="http://schemas.openxmlformats.org/drawingml/2006/main">
            <a:fillRect l="0" t="0" r="0" b="0"/>
          </a:stretch>
        </p:blipFill>
        <p:spPr>
          <a:xfrm xmlns:a="http://schemas.openxmlformats.org/drawingml/2006/main">
            <a:off x="8743950" y="17573625"/>
            <a:ext cx="1638300" cy="2305050"/>
          </a:xfrm>
          <a:prstGeom xmlns:a="http://schemas.openxmlformats.org/drawingml/2006/main" prst="roundRect">
            <a:avLst>
              <a:gd name="adj" fmla="val 9302"/>
            </a:avLst>
          </a:prstGeom>
        </p:spPr>
      </p:pic>
      <p:pic>
        <p:nvPicPr>
          <p:cNvPr id="263" name=""/>
          <p:cNvPicPr>
            <a:picLocks xmlns:a="http://schemas.openxmlformats.org/drawingml/2006/main" noChangeAspect="1"/>
          </p:cNvPicPr>
          <p:nvPr/>
        </p:nvPicPr>
        <p:blipFill>
          <a:blip xmlns:r="http://schemas.openxmlformats.org/officeDocument/2006/relationships" xmlns:a="http://schemas.openxmlformats.org/drawingml/2006/main" r:embed="Racd27efdff8249fa"/>
          <a:srcRect xmlns:a="http://schemas.openxmlformats.org/drawingml/2006/main" l="14463" t="0" r="14463" b="0"/>
          <a:stretch xmlns:a="http://schemas.openxmlformats.org/drawingml/2006/main">
            <a:fillRect l="0" t="0" r="0" b="0"/>
          </a:stretch>
        </p:blipFill>
        <p:spPr>
          <a:xfrm xmlns:a="http://schemas.openxmlformats.org/drawingml/2006/main">
            <a:off x="14897100" y="17573625"/>
            <a:ext cx="1638300" cy="2305050"/>
          </a:xfrm>
          <a:prstGeom xmlns:a="http://schemas.openxmlformats.org/drawingml/2006/main" prst="roundRect">
            <a:avLst>
              <a:gd name="adj" fmla="val 9302"/>
            </a:avLst>
          </a:prstGeom>
        </p:spPr>
      </p:pic>
    </p:spTree>
    <p:extLst>
      <p:ext uri="{BB962C8B-B14F-4D97-AF65-F5344CB8AC3E}">
        <p14:creationId xmlns:p14="http://schemas.microsoft.com/office/powerpoint/2010/main" val="1741738455"/>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2026-08-03T01:46:02.6330000Z</dcterms:created>
  <dcterms:modified xsi:type="dcterms:W3CDTF">2026-08-03T01:46:02.6330000Z</dcterms:modified>
</coreProperties>
</file>